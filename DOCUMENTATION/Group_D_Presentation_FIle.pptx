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7" r:id="rId10"/>
    <p:sldId id="298" r:id="rId11"/>
    <p:sldId id="295" r:id="rId12"/>
    <p:sldId id="294" r:id="rId13"/>
    <p:sldId id="299" r:id="rId14"/>
    <p:sldId id="296" r:id="rId15"/>
    <p:sldId id="293" r:id="rId16"/>
    <p:sldId id="292" r:id="rId17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4777"/>
    <a:srgbClr val="705575"/>
    <a:srgbClr val="283141"/>
    <a:srgbClr val="F9F9FF"/>
    <a:srgbClr val="FAD8FD"/>
    <a:srgbClr val="415F91"/>
    <a:srgbClr val="191C20"/>
    <a:srgbClr val="D9D9E0"/>
    <a:srgbClr val="3E4759"/>
    <a:srgbClr val="D6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AE3E69-D86A-474B-B73E-348E6D403A39}" v="55" dt="2026-10-09T10:55:58.097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ram Rafique" userId="S::b00858434@studentmail.uws.ac.uk::2891bba8-a473-4102-8aad-0e1efcea5071" providerId="AD" clId="Web-{FA09C513-A40D-C8A9-E8EF-F59CC9A47B7C}"/>
    <pc:docChg chg="addSld delSld modSld">
      <pc:chgData name="Iram Rafique" userId="S::b00858434@studentmail.uws.ac.uk::2891bba8-a473-4102-8aad-0e1efcea5071" providerId="AD" clId="Web-{FA09C513-A40D-C8A9-E8EF-F59CC9A47B7C}" dt="2026-10-02T15:20:40.548" v="166" actId="1076"/>
      <pc:docMkLst>
        <pc:docMk/>
      </pc:docMkLst>
    </pc:docChg>
  </pc:docChgLst>
  <pc:docChgLst>
    <pc:chgData name="Iram Rafique" userId="S::b00858434@studentmail.uws.ac.uk::2891bba8-a473-4102-8aad-0e1efcea5071" providerId="AD" clId="Web-{71E62B2A-FCA5-F4E8-5437-C540618BB23C}"/>
    <pc:docChg chg="modSld">
      <pc:chgData name="Iram Rafique" userId="S::b00858434@studentmail.uws.ac.uk::2891bba8-a473-4102-8aad-0e1efcea5071" providerId="AD" clId="Web-{71E62B2A-FCA5-F4E8-5437-C540618BB23C}" dt="2026-10-01T11:36:06.393" v="464" actId="1076"/>
      <pc:docMkLst>
        <pc:docMk/>
      </pc:docMkLst>
    </pc:docChg>
  </pc:docChgLst>
  <pc:docChgLst>
    <pc:chgData name="Iram Rafique" userId="S::b00858434@studentmail.uws.ac.uk::2891bba8-a473-4102-8aad-0e1efcea5071" providerId="AD" clId="Web-{01C4B754-031C-4C4E-086A-30C6E27CFA5C}"/>
    <pc:docChg chg="addSld delSld modSld">
      <pc:chgData name="Iram Rafique" userId="S::b00858434@studentmail.uws.ac.uk::2891bba8-a473-4102-8aad-0e1efcea5071" providerId="AD" clId="Web-{01C4B754-031C-4C4E-086A-30C6E27CFA5C}" dt="2026-09-30T18:58:20.520" v="291" actId="1076"/>
      <pc:docMkLst>
        <pc:docMk/>
      </pc:docMkLst>
    </pc:docChg>
  </pc:docChgLst>
  <pc:docChgLst>
    <pc:chgData name="Iram Rafique" userId="S::b00858434@studentmail.uws.ac.uk::2891bba8-a473-4102-8aad-0e1efcea5071" providerId="AD" clId="Web-{045C668F-717B-6133-146C-D5EB657C2C03}"/>
    <pc:docChg chg="addSld modSld sldOrd">
      <pc:chgData name="Iram Rafique" userId="S::b00858434@studentmail.uws.ac.uk::2891bba8-a473-4102-8aad-0e1efcea5071" providerId="AD" clId="Web-{045C668F-717B-6133-146C-D5EB657C2C03}" dt="2026-09-30T09:03:03.514" v="18" actId="1076"/>
      <pc:docMkLst>
        <pc:docMk/>
      </pc:docMkLst>
    </pc:docChg>
  </pc:docChgLst>
  <pc:docChgLst>
    <pc:chgData name="Asim Mian" userId="c23492a1-d542-4a68-a554-d9cb9df9bc02" providerId="ADAL" clId="{99719AC2-D973-4332-9A7F-57E88CEC7084}"/>
    <pc:docChg chg="undo custSel addSld delSld modSld sldOrd">
      <pc:chgData name="Asim Mian" userId="c23492a1-d542-4a68-a554-d9cb9df9bc02" providerId="ADAL" clId="{99719AC2-D973-4332-9A7F-57E88CEC7084}" dt="2026-10-01T17:03:32.744" v="5729" actId="1076"/>
      <pc:docMkLst>
        <pc:docMk/>
      </pc:docMkLst>
    </pc:docChg>
  </pc:docChgLst>
  <pc:docChgLst>
    <pc:chgData name="Iram Rafique" userId="S::b00858434@studentmail.uws.ac.uk::2891bba8-a473-4102-8aad-0e1efcea5071" providerId="AD" clId="Web-{68BAF1F3-0738-4058-8847-42ED16C80F77}"/>
    <pc:docChg chg="addSld delSld modSld sldOrd">
      <pc:chgData name="Iram Rafique" userId="S::b00858434@studentmail.uws.ac.uk::2891bba8-a473-4102-8aad-0e1efcea5071" providerId="AD" clId="Web-{68BAF1F3-0738-4058-8847-42ED16C80F77}" dt="2026-09-30T12:03:51.952" v="457" actId="20577"/>
      <pc:docMkLst>
        <pc:docMk/>
      </pc:docMkLst>
    </pc:docChg>
  </pc:docChgLst>
  <pc:docChgLst>
    <pc:chgData name="Iram Rafique" userId="S::b00858434@studentmail.uws.ac.uk::2891bba8-a473-4102-8aad-0e1efcea5071" providerId="AD" clId="Web-{F802ADC8-5689-9D67-0508-598A768727C8}"/>
    <pc:docChg chg="addSld delSld modSld sldOrd">
      <pc:chgData name="Iram Rafique" userId="S::b00858434@studentmail.uws.ac.uk::2891bba8-a473-4102-8aad-0e1efcea5071" providerId="AD" clId="Web-{F802ADC8-5689-9D67-0508-598A768727C8}" dt="2026-09-30T13:49:43.416" v="294"/>
      <pc:docMkLst>
        <pc:docMk/>
      </pc:docMkLst>
    </pc:docChg>
  </pc:docChgLst>
  <pc:docChgLst>
    <pc:chgData name="Aaron Hamilton" userId="18204c3e-02c8-4c76-b06e-0d252f35102f" providerId="ADAL" clId="{86A63069-2CCC-5A02-9D86-AB1A41F75532}"/>
    <pc:docChg chg="undo custSel addSld delSld modSld sldOrd">
      <pc:chgData name="Aaron Hamilton" userId="18204c3e-02c8-4c76-b06e-0d252f35102f" providerId="ADAL" clId="{86A63069-2CCC-5A02-9D86-AB1A41F75532}" dt="2026-10-09T10:55:58.097" v="6392" actId="171"/>
      <pc:docMkLst>
        <pc:docMk/>
      </pc:docMkLst>
      <pc:sldChg chg="del setBg">
        <pc:chgData name="Aaron Hamilton" userId="18204c3e-02c8-4c76-b06e-0d252f35102f" providerId="ADAL" clId="{86A63069-2CCC-5A02-9D86-AB1A41F75532}" dt="2026-10-09T10:17:15.407" v="6389" actId="2696"/>
        <pc:sldMkLst>
          <pc:docMk/>
          <pc:sldMk cId="1036226476" sldId="264"/>
        </pc:sldMkLst>
      </pc:sldChg>
      <pc:sldChg chg="del setBg">
        <pc:chgData name="Aaron Hamilton" userId="18204c3e-02c8-4c76-b06e-0d252f35102f" providerId="ADAL" clId="{86A63069-2CCC-5A02-9D86-AB1A41F75532}" dt="2026-10-09T10:01:06.710" v="5912" actId="2696"/>
        <pc:sldMkLst>
          <pc:docMk/>
          <pc:sldMk cId="3598576440" sldId="276"/>
        </pc:sldMkLst>
      </pc:sldChg>
      <pc:sldChg chg="del setBg">
        <pc:chgData name="Aaron Hamilton" userId="18204c3e-02c8-4c76-b06e-0d252f35102f" providerId="ADAL" clId="{86A63069-2CCC-5A02-9D86-AB1A41F75532}" dt="2026-10-09T10:01:06.710" v="5912" actId="2696"/>
        <pc:sldMkLst>
          <pc:docMk/>
          <pc:sldMk cId="4234582200" sldId="277"/>
        </pc:sldMkLst>
      </pc:sldChg>
      <pc:sldChg chg="del setBg">
        <pc:chgData name="Aaron Hamilton" userId="18204c3e-02c8-4c76-b06e-0d252f35102f" providerId="ADAL" clId="{86A63069-2CCC-5A02-9D86-AB1A41F75532}" dt="2026-10-09T08:53:36.283" v="4666" actId="2696"/>
        <pc:sldMkLst>
          <pc:docMk/>
          <pc:sldMk cId="2381802583" sldId="278"/>
        </pc:sldMkLst>
      </pc:sldChg>
      <pc:sldChg chg="del setBg">
        <pc:chgData name="Aaron Hamilton" userId="18204c3e-02c8-4c76-b06e-0d252f35102f" providerId="ADAL" clId="{86A63069-2CCC-5A02-9D86-AB1A41F75532}" dt="2026-10-09T08:58:13.761" v="4735" actId="2696"/>
        <pc:sldMkLst>
          <pc:docMk/>
          <pc:sldMk cId="259701994" sldId="279"/>
        </pc:sldMkLst>
      </pc:sldChg>
      <pc:sldChg chg="del setBg">
        <pc:chgData name="Aaron Hamilton" userId="18204c3e-02c8-4c76-b06e-0d252f35102f" providerId="ADAL" clId="{86A63069-2CCC-5A02-9D86-AB1A41F75532}" dt="2026-10-09T08:58:13.761" v="4735" actId="2696"/>
        <pc:sldMkLst>
          <pc:docMk/>
          <pc:sldMk cId="3324777049" sldId="280"/>
        </pc:sldMkLst>
      </pc:sldChg>
      <pc:sldChg chg="del setBg">
        <pc:chgData name="Aaron Hamilton" userId="18204c3e-02c8-4c76-b06e-0d252f35102f" providerId="ADAL" clId="{86A63069-2CCC-5A02-9D86-AB1A41F75532}" dt="2026-10-09T08:58:13.761" v="4735" actId="2696"/>
        <pc:sldMkLst>
          <pc:docMk/>
          <pc:sldMk cId="3234631312" sldId="281"/>
        </pc:sldMkLst>
      </pc:sldChg>
      <pc:sldChg chg="addSp delSp modSp add mod modTransition">
        <pc:chgData name="Aaron Hamilton" userId="18204c3e-02c8-4c76-b06e-0d252f35102f" providerId="ADAL" clId="{86A63069-2CCC-5A02-9D86-AB1A41F75532}" dt="2026-10-03T23:00:35.006" v="1874"/>
        <pc:sldMkLst>
          <pc:docMk/>
          <pc:sldMk cId="3667455686" sldId="284"/>
        </pc:sldMkLst>
        <pc:spChg chg="mod">
          <ac:chgData name="Aaron Hamilton" userId="18204c3e-02c8-4c76-b06e-0d252f35102f" providerId="ADAL" clId="{86A63069-2CCC-5A02-9D86-AB1A41F75532}" dt="2026-10-03T21:53:02.710" v="253" actId="207"/>
          <ac:spMkLst>
            <pc:docMk/>
            <pc:sldMk cId="3667455686" sldId="284"/>
            <ac:spMk id="4" creationId="{D0B75BFB-65B8-523D-EC53-36A7845D80BE}"/>
          </ac:spMkLst>
        </pc:spChg>
        <pc:spChg chg="add mod">
          <ac:chgData name="Aaron Hamilton" userId="18204c3e-02c8-4c76-b06e-0d252f35102f" providerId="ADAL" clId="{86A63069-2CCC-5A02-9D86-AB1A41F75532}" dt="2026-10-03T21:47:53.868" v="165" actId="1076"/>
          <ac:spMkLst>
            <pc:docMk/>
            <pc:sldMk cId="3667455686" sldId="284"/>
            <ac:spMk id="9" creationId="{BC7A1E58-0980-2AA3-CD13-2E4B663E93E5}"/>
          </ac:spMkLst>
        </pc:spChg>
        <pc:spChg chg="add mod">
          <ac:chgData name="Aaron Hamilton" userId="18204c3e-02c8-4c76-b06e-0d252f35102f" providerId="ADAL" clId="{86A63069-2CCC-5A02-9D86-AB1A41F75532}" dt="2026-10-03T21:53:08.068" v="254" actId="207"/>
          <ac:spMkLst>
            <pc:docMk/>
            <pc:sldMk cId="3667455686" sldId="284"/>
            <ac:spMk id="10" creationId="{7198ECF3-AACA-2793-BFF4-F197C461D923}"/>
          </ac:spMkLst>
        </pc:spChg>
      </pc:sldChg>
      <pc:sldChg chg="addSp delSp modSp add mod modTransition">
        <pc:chgData name="Aaron Hamilton" userId="18204c3e-02c8-4c76-b06e-0d252f35102f" providerId="ADAL" clId="{86A63069-2CCC-5A02-9D86-AB1A41F75532}" dt="2026-10-07T15:34:25.962" v="3083" actId="1037"/>
        <pc:sldMkLst>
          <pc:docMk/>
          <pc:sldMk cId="463772295" sldId="285"/>
        </pc:sldMkLst>
        <pc:spChg chg="add mod">
          <ac:chgData name="Aaron Hamilton" userId="18204c3e-02c8-4c76-b06e-0d252f35102f" providerId="ADAL" clId="{86A63069-2CCC-5A02-9D86-AB1A41F75532}" dt="2026-10-07T15:34:25.962" v="3083" actId="1037"/>
          <ac:spMkLst>
            <pc:docMk/>
            <pc:sldMk cId="463772295" sldId="285"/>
            <ac:spMk id="7" creationId="{536F09E7-9CBB-6CB0-39AF-4E7D5CDB02A3}"/>
          </ac:spMkLst>
        </pc:spChg>
        <pc:spChg chg="add mod">
          <ac:chgData name="Aaron Hamilton" userId="18204c3e-02c8-4c76-b06e-0d252f35102f" providerId="ADAL" clId="{86A63069-2CCC-5A02-9D86-AB1A41F75532}" dt="2026-10-03T22:02:28.403" v="742" actId="1076"/>
          <ac:spMkLst>
            <pc:docMk/>
            <pc:sldMk cId="463772295" sldId="285"/>
            <ac:spMk id="8" creationId="{A15AE641-5C6E-5366-2CFB-62828EA19D86}"/>
          </ac:spMkLst>
        </pc:spChg>
        <pc:spChg chg="mod">
          <ac:chgData name="Aaron Hamilton" userId="18204c3e-02c8-4c76-b06e-0d252f35102f" providerId="ADAL" clId="{86A63069-2CCC-5A02-9D86-AB1A41F75532}" dt="2026-10-03T22:02:34.464" v="744" actId="403"/>
          <ac:spMkLst>
            <pc:docMk/>
            <pc:sldMk cId="463772295" sldId="285"/>
            <ac:spMk id="9" creationId="{016A650E-D01A-0826-1EC8-7A3E5858D258}"/>
          </ac:spMkLst>
        </pc:spChg>
        <pc:spChg chg="add mod">
          <ac:chgData name="Aaron Hamilton" userId="18204c3e-02c8-4c76-b06e-0d252f35102f" providerId="ADAL" clId="{86A63069-2CCC-5A02-9D86-AB1A41F75532}" dt="2026-10-03T22:04:56.825" v="762" actId="2711"/>
          <ac:spMkLst>
            <pc:docMk/>
            <pc:sldMk cId="463772295" sldId="285"/>
            <ac:spMk id="11" creationId="{B4A4E7E0-38B4-043A-3AA1-998491B5F78F}"/>
          </ac:spMkLst>
        </pc:spChg>
        <pc:spChg chg="mod">
          <ac:chgData name="Aaron Hamilton" userId="18204c3e-02c8-4c76-b06e-0d252f35102f" providerId="ADAL" clId="{86A63069-2CCC-5A02-9D86-AB1A41F75532}" dt="2026-10-03T22:07:28.010" v="791" actId="20577"/>
          <ac:spMkLst>
            <pc:docMk/>
            <pc:sldMk cId="463772295" sldId="285"/>
            <ac:spMk id="15" creationId="{D6678175-949D-AFC7-BF74-18B0C0E947C3}"/>
          </ac:spMkLst>
        </pc:spChg>
        <pc:spChg chg="mod">
          <ac:chgData name="Aaron Hamilton" userId="18204c3e-02c8-4c76-b06e-0d252f35102f" providerId="ADAL" clId="{86A63069-2CCC-5A02-9D86-AB1A41F75532}" dt="2026-10-03T22:07:35.163" v="799" actId="20577"/>
          <ac:spMkLst>
            <pc:docMk/>
            <pc:sldMk cId="463772295" sldId="285"/>
            <ac:spMk id="18" creationId="{366311CD-2174-2C9D-EC8F-59F59BC060E8}"/>
          </ac:spMkLst>
        </pc:spChg>
        <pc:spChg chg="mod">
          <ac:chgData name="Aaron Hamilton" userId="18204c3e-02c8-4c76-b06e-0d252f35102f" providerId="ADAL" clId="{86A63069-2CCC-5A02-9D86-AB1A41F75532}" dt="2026-10-03T22:07:39.549" v="806" actId="20577"/>
          <ac:spMkLst>
            <pc:docMk/>
            <pc:sldMk cId="463772295" sldId="285"/>
            <ac:spMk id="21" creationId="{0D4E81D9-0330-BA3E-B7EE-BC076D3A6F65}"/>
          </ac:spMkLst>
        </pc:spChg>
        <pc:spChg chg="mod">
          <ac:chgData name="Aaron Hamilton" userId="18204c3e-02c8-4c76-b06e-0d252f35102f" providerId="ADAL" clId="{86A63069-2CCC-5A02-9D86-AB1A41F75532}" dt="2026-10-03T22:07:43.644" v="811" actId="20577"/>
          <ac:spMkLst>
            <pc:docMk/>
            <pc:sldMk cId="463772295" sldId="285"/>
            <ac:spMk id="24" creationId="{8CC03747-4160-BEBD-69F7-FD73B076EF27}"/>
          </ac:spMkLst>
        </pc:spChg>
        <pc:spChg chg="mod">
          <ac:chgData name="Aaron Hamilton" userId="18204c3e-02c8-4c76-b06e-0d252f35102f" providerId="ADAL" clId="{86A63069-2CCC-5A02-9D86-AB1A41F75532}" dt="2026-10-03T22:10:05.467" v="834" actId="20577"/>
          <ac:spMkLst>
            <pc:docMk/>
            <pc:sldMk cId="463772295" sldId="285"/>
            <ac:spMk id="27" creationId="{75261AA6-BDBC-61C6-C5D3-5F01F9E29AC1}"/>
          </ac:spMkLst>
        </pc:spChg>
        <pc:grpChg chg="add mod">
          <ac:chgData name="Aaron Hamilton" userId="18204c3e-02c8-4c76-b06e-0d252f35102f" providerId="ADAL" clId="{86A63069-2CCC-5A02-9D86-AB1A41F75532}" dt="2026-10-03T22:06:51.645" v="784" actId="1076"/>
          <ac:grpSpMkLst>
            <pc:docMk/>
            <pc:sldMk cId="463772295" sldId="285"/>
            <ac:grpSpMk id="13" creationId="{8D8F92ED-2D9F-D2B5-F703-F99F99311B43}"/>
          </ac:grpSpMkLst>
        </pc:grpChg>
        <pc:grpChg chg="add del mod">
          <ac:chgData name="Aaron Hamilton" userId="18204c3e-02c8-4c76-b06e-0d252f35102f" providerId="ADAL" clId="{86A63069-2CCC-5A02-9D86-AB1A41F75532}" dt="2026-10-03T22:11:39.328" v="849" actId="478"/>
          <ac:grpSpMkLst>
            <pc:docMk/>
            <pc:sldMk cId="463772295" sldId="285"/>
            <ac:grpSpMk id="29" creationId="{A9E36052-A37C-A25B-3024-99A9521576B9}"/>
          </ac:grpSpMkLst>
        </pc:grpChg>
        <pc:grpChg chg="add">
          <ac:chgData name="Aaron Hamilton" userId="18204c3e-02c8-4c76-b06e-0d252f35102f" providerId="ADAL" clId="{86A63069-2CCC-5A02-9D86-AB1A41F75532}" dt="2026-10-03T22:12:56.530" v="866" actId="164"/>
          <ac:grpSpMkLst>
            <pc:docMk/>
            <pc:sldMk cId="463772295" sldId="285"/>
            <ac:grpSpMk id="35" creationId="{6E57219D-BEE4-A763-5BC3-C9D8B38314D2}"/>
          </ac:grpSpMkLst>
        </pc:grpChg>
        <pc:picChg chg="add mod">
          <ac:chgData name="Aaron Hamilton" userId="18204c3e-02c8-4c76-b06e-0d252f35102f" providerId="ADAL" clId="{86A63069-2CCC-5A02-9D86-AB1A41F75532}" dt="2026-10-07T15:34:25.962" v="3083" actId="1037"/>
          <ac:picMkLst>
            <pc:docMk/>
            <pc:sldMk cId="463772295" sldId="285"/>
            <ac:picMk id="2" creationId="{918BEFA8-8520-A954-5BCB-36606D32439E}"/>
          </ac:picMkLst>
        </pc:picChg>
        <pc:picChg chg="add mod">
          <ac:chgData name="Aaron Hamilton" userId="18204c3e-02c8-4c76-b06e-0d252f35102f" providerId="ADAL" clId="{86A63069-2CCC-5A02-9D86-AB1A41F75532}" dt="2026-10-03T22:05:40.573" v="768" actId="1076"/>
          <ac:picMkLst>
            <pc:docMk/>
            <pc:sldMk cId="463772295" sldId="285"/>
            <ac:picMk id="12" creationId="{F5279A12-D25C-12AA-0E01-191B45CA672A}"/>
          </ac:picMkLst>
        </pc:picChg>
        <pc:picChg chg="add mod">
          <ac:chgData name="Aaron Hamilton" userId="18204c3e-02c8-4c76-b06e-0d252f35102f" providerId="ADAL" clId="{86A63069-2CCC-5A02-9D86-AB1A41F75532}" dt="2026-10-03T22:08:31.367" v="820" actId="1076"/>
          <ac:picMkLst>
            <pc:docMk/>
            <pc:sldMk cId="463772295" sldId="285"/>
            <ac:picMk id="30" creationId="{D9575442-FF93-72C8-B22F-A52DB3969574}"/>
          </ac:picMkLst>
        </pc:picChg>
        <pc:picChg chg="add mod">
          <ac:chgData name="Aaron Hamilton" userId="18204c3e-02c8-4c76-b06e-0d252f35102f" providerId="ADAL" clId="{86A63069-2CCC-5A02-9D86-AB1A41F75532}" dt="2026-10-03T22:09:57.754" v="832" actId="1076"/>
          <ac:picMkLst>
            <pc:docMk/>
            <pc:sldMk cId="463772295" sldId="285"/>
            <ac:picMk id="31" creationId="{211694CF-C726-7FB9-09B1-B6F4740D5A5C}"/>
          </ac:picMkLst>
        </pc:picChg>
        <pc:picChg chg="add mod">
          <ac:chgData name="Aaron Hamilton" userId="18204c3e-02c8-4c76-b06e-0d252f35102f" providerId="ADAL" clId="{86A63069-2CCC-5A02-9D86-AB1A41F75532}" dt="2026-10-03T22:10:50.534" v="846" actId="1076"/>
          <ac:picMkLst>
            <pc:docMk/>
            <pc:sldMk cId="463772295" sldId="285"/>
            <ac:picMk id="32" creationId="{5B85A7AD-B5FC-62EC-F247-A3F4AA539841}"/>
          </ac:picMkLst>
        </pc:picChg>
        <pc:picChg chg="add mod">
          <ac:chgData name="Aaron Hamilton" userId="18204c3e-02c8-4c76-b06e-0d252f35102f" providerId="ADAL" clId="{86A63069-2CCC-5A02-9D86-AB1A41F75532}" dt="2026-10-03T22:12:05.554" v="857" actId="1076"/>
          <ac:picMkLst>
            <pc:docMk/>
            <pc:sldMk cId="463772295" sldId="285"/>
            <ac:picMk id="33" creationId="{095C0A62-622E-A0E8-0C81-780C997BFC35}"/>
          </ac:picMkLst>
        </pc:picChg>
        <pc:picChg chg="add mod">
          <ac:chgData name="Aaron Hamilton" userId="18204c3e-02c8-4c76-b06e-0d252f35102f" providerId="ADAL" clId="{86A63069-2CCC-5A02-9D86-AB1A41F75532}" dt="2026-10-03T22:12:49.323" v="865" actId="1076"/>
          <ac:picMkLst>
            <pc:docMk/>
            <pc:sldMk cId="463772295" sldId="285"/>
            <ac:picMk id="34" creationId="{BB7E0F62-2D7D-33E1-0C00-75F52D4AAF39}"/>
          </ac:picMkLst>
        </pc:picChg>
      </pc:sldChg>
      <pc:sldChg chg="addSp delSp modSp add mod modTransition">
        <pc:chgData name="Aaron Hamilton" userId="18204c3e-02c8-4c76-b06e-0d252f35102f" providerId="ADAL" clId="{86A63069-2CCC-5A02-9D86-AB1A41F75532}" dt="2026-10-07T15:35:07.672" v="3132" actId="167"/>
        <pc:sldMkLst>
          <pc:docMk/>
          <pc:sldMk cId="760331326" sldId="286"/>
        </pc:sldMkLst>
        <pc:spChg chg="mod topLvl">
          <ac:chgData name="Aaron Hamilton" userId="18204c3e-02c8-4c76-b06e-0d252f35102f" providerId="ADAL" clId="{86A63069-2CCC-5A02-9D86-AB1A41F75532}" dt="2026-10-03T23:00:24.910" v="1873" actId="1035"/>
          <ac:spMkLst>
            <pc:docMk/>
            <pc:sldMk cId="760331326" sldId="286"/>
            <ac:spMk id="5" creationId="{CE51EADF-8503-7114-EE49-6518E5222DDE}"/>
          </ac:spMkLst>
        </pc:spChg>
        <pc:spChg chg="mod">
          <ac:chgData name="Aaron Hamilton" userId="18204c3e-02c8-4c76-b06e-0d252f35102f" providerId="ADAL" clId="{86A63069-2CCC-5A02-9D86-AB1A41F75532}" dt="2026-10-07T15:33:37.076" v="2963"/>
          <ac:spMkLst>
            <pc:docMk/>
            <pc:sldMk cId="760331326" sldId="286"/>
            <ac:spMk id="7" creationId="{B510CDB2-08E3-0C63-14CD-70C2C9CD35BD}"/>
          </ac:spMkLst>
        </pc:spChg>
        <pc:spChg chg="mod">
          <ac:chgData name="Aaron Hamilton" userId="18204c3e-02c8-4c76-b06e-0d252f35102f" providerId="ADAL" clId="{86A63069-2CCC-5A02-9D86-AB1A41F75532}" dt="2026-10-03T22:27:39.440" v="1227" actId="1076"/>
          <ac:spMkLst>
            <pc:docMk/>
            <pc:sldMk cId="760331326" sldId="286"/>
            <ac:spMk id="8" creationId="{82B67AA8-4FE4-D3C1-B2E5-F51F5D684CC3}"/>
          </ac:spMkLst>
        </pc:spChg>
        <pc:spChg chg="mod">
          <ac:chgData name="Aaron Hamilton" userId="18204c3e-02c8-4c76-b06e-0d252f35102f" providerId="ADAL" clId="{86A63069-2CCC-5A02-9D86-AB1A41F75532}" dt="2026-10-03T22:16:48.636" v="873" actId="20577"/>
          <ac:spMkLst>
            <pc:docMk/>
            <pc:sldMk cId="760331326" sldId="286"/>
            <ac:spMk id="9" creationId="{FE0CFB5B-4ED6-8209-D801-7C8831658946}"/>
          </ac:spMkLst>
        </pc:spChg>
        <pc:spChg chg="mod">
          <ac:chgData name="Aaron Hamilton" userId="18204c3e-02c8-4c76-b06e-0d252f35102f" providerId="ADAL" clId="{86A63069-2CCC-5A02-9D86-AB1A41F75532}" dt="2026-10-07T15:34:53.456" v="3084"/>
          <ac:spMkLst>
            <pc:docMk/>
            <pc:sldMk cId="760331326" sldId="286"/>
            <ac:spMk id="12" creationId="{2FFFDAC6-2D2B-F910-5460-D13B41717018}"/>
          </ac:spMkLst>
        </pc:spChg>
        <pc:grpChg chg="add mod">
          <ac:chgData name="Aaron Hamilton" userId="18204c3e-02c8-4c76-b06e-0d252f35102f" providerId="ADAL" clId="{86A63069-2CCC-5A02-9D86-AB1A41F75532}" dt="2026-10-07T15:34:05.129" v="3033" actId="167"/>
          <ac:grpSpMkLst>
            <pc:docMk/>
            <pc:sldMk cId="760331326" sldId="286"/>
            <ac:grpSpMk id="3" creationId="{855727DD-ADD7-D099-0E63-C75C4C6A1809}"/>
          </ac:grpSpMkLst>
        </pc:grpChg>
        <pc:grpChg chg="add mod">
          <ac:chgData name="Aaron Hamilton" userId="18204c3e-02c8-4c76-b06e-0d252f35102f" providerId="ADAL" clId="{86A63069-2CCC-5A02-9D86-AB1A41F75532}" dt="2026-10-07T15:35:07.672" v="3132" actId="167"/>
          <ac:grpSpMkLst>
            <pc:docMk/>
            <pc:sldMk cId="760331326" sldId="286"/>
            <ac:grpSpMk id="10" creationId="{0B26AD59-32A6-3497-8815-897A2B3ED757}"/>
          </ac:grpSpMkLst>
        </pc:grpChg>
        <pc:picChg chg="add mod">
          <ac:chgData name="Aaron Hamilton" userId="18204c3e-02c8-4c76-b06e-0d252f35102f" providerId="ADAL" clId="{86A63069-2CCC-5A02-9D86-AB1A41F75532}" dt="2026-10-03T23:00:24.910" v="1873" actId="1035"/>
          <ac:picMkLst>
            <pc:docMk/>
            <pc:sldMk cId="760331326" sldId="286"/>
            <ac:picMk id="2" creationId="{4277F781-E879-24A4-E25E-0F7A69C02D3C}"/>
          </ac:picMkLst>
        </pc:picChg>
        <pc:picChg chg="mod">
          <ac:chgData name="Aaron Hamilton" userId="18204c3e-02c8-4c76-b06e-0d252f35102f" providerId="ADAL" clId="{86A63069-2CCC-5A02-9D86-AB1A41F75532}" dt="2026-10-07T15:33:37.076" v="2963"/>
          <ac:picMkLst>
            <pc:docMk/>
            <pc:sldMk cId="760331326" sldId="286"/>
            <ac:picMk id="6" creationId="{F010047D-75A7-EF06-8B05-E446035C97B5}"/>
          </ac:picMkLst>
        </pc:picChg>
        <pc:picChg chg="mod">
          <ac:chgData name="Aaron Hamilton" userId="18204c3e-02c8-4c76-b06e-0d252f35102f" providerId="ADAL" clId="{86A63069-2CCC-5A02-9D86-AB1A41F75532}" dt="2026-10-07T15:34:53.456" v="3084"/>
          <ac:picMkLst>
            <pc:docMk/>
            <pc:sldMk cId="760331326" sldId="286"/>
            <ac:picMk id="11" creationId="{9BE0F5F2-4376-B765-1F83-46DC48E49A78}"/>
          </ac:picMkLst>
        </pc:picChg>
      </pc:sldChg>
      <pc:sldChg chg="addSp delSp modSp add mod ord modTransition">
        <pc:chgData name="Aaron Hamilton" userId="18204c3e-02c8-4c76-b06e-0d252f35102f" providerId="ADAL" clId="{86A63069-2CCC-5A02-9D86-AB1A41F75532}" dt="2026-10-07T15:36:15.143" v="3177" actId="167"/>
        <pc:sldMkLst>
          <pc:docMk/>
          <pc:sldMk cId="995733660" sldId="287"/>
        </pc:sldMkLst>
        <pc:spChg chg="add mod">
          <ac:chgData name="Aaron Hamilton" userId="18204c3e-02c8-4c76-b06e-0d252f35102f" providerId="ADAL" clId="{86A63069-2CCC-5A02-9D86-AB1A41F75532}" dt="2026-10-03T22:28:14.992" v="1232" actId="688"/>
          <ac:spMkLst>
            <pc:docMk/>
            <pc:sldMk cId="995733660" sldId="287"/>
            <ac:spMk id="7" creationId="{C9D68682-2BFF-374C-EDAD-EC8E67C6017A}"/>
          </ac:spMkLst>
        </pc:spChg>
        <pc:spChg chg="mod">
          <ac:chgData name="Aaron Hamilton" userId="18204c3e-02c8-4c76-b06e-0d252f35102f" providerId="ADAL" clId="{86A63069-2CCC-5A02-9D86-AB1A41F75532}" dt="2026-10-03T22:29:14.886" v="1273" actId="20577"/>
          <ac:spMkLst>
            <pc:docMk/>
            <pc:sldMk cId="995733660" sldId="287"/>
            <ac:spMk id="9" creationId="{4735EF5A-E921-D940-2619-E08830B1A6D5}"/>
          </ac:spMkLst>
        </pc:spChg>
        <pc:spChg chg="add mod">
          <ac:chgData name="Aaron Hamilton" userId="18204c3e-02c8-4c76-b06e-0d252f35102f" providerId="ADAL" clId="{86A63069-2CCC-5A02-9D86-AB1A41F75532}" dt="2026-10-07T15:36:15.143" v="3177" actId="167"/>
          <ac:spMkLst>
            <pc:docMk/>
            <pc:sldMk cId="995733660" sldId="287"/>
            <ac:spMk id="11" creationId="{FD95687A-B3D1-0DF2-6E02-B17D254A0069}"/>
          </ac:spMkLst>
        </pc:spChg>
        <pc:spChg chg="add mod">
          <ac:chgData name="Aaron Hamilton" userId="18204c3e-02c8-4c76-b06e-0d252f35102f" providerId="ADAL" clId="{86A63069-2CCC-5A02-9D86-AB1A41F75532}" dt="2026-10-03T22:36:16.802" v="1521" actId="1076"/>
          <ac:spMkLst>
            <pc:docMk/>
            <pc:sldMk cId="995733660" sldId="287"/>
            <ac:spMk id="14" creationId="{FA8DA650-5CBE-2898-B64E-F5C4531E63AD}"/>
          </ac:spMkLst>
        </pc:spChg>
        <pc:spChg chg="add mod">
          <ac:chgData name="Aaron Hamilton" userId="18204c3e-02c8-4c76-b06e-0d252f35102f" providerId="ADAL" clId="{86A63069-2CCC-5A02-9D86-AB1A41F75532}" dt="2026-10-03T22:36:16.802" v="1521" actId="1076"/>
          <ac:spMkLst>
            <pc:docMk/>
            <pc:sldMk cId="995733660" sldId="287"/>
            <ac:spMk id="17" creationId="{7555D358-FDD3-02DE-BD37-C7E931746CFC}"/>
          </ac:spMkLst>
        </pc:spChg>
        <pc:spChg chg="add mod">
          <ac:chgData name="Aaron Hamilton" userId="18204c3e-02c8-4c76-b06e-0d252f35102f" providerId="ADAL" clId="{86A63069-2CCC-5A02-9D86-AB1A41F75532}" dt="2026-10-03T22:36:24.799" v="1525" actId="20577"/>
          <ac:spMkLst>
            <pc:docMk/>
            <pc:sldMk cId="995733660" sldId="287"/>
            <ac:spMk id="20" creationId="{81D8B619-483F-379C-028F-637B4EBA1640}"/>
          </ac:spMkLst>
        </pc:spChg>
        <pc:spChg chg="add mod">
          <ac:chgData name="Aaron Hamilton" userId="18204c3e-02c8-4c76-b06e-0d252f35102f" providerId="ADAL" clId="{86A63069-2CCC-5A02-9D86-AB1A41F75532}" dt="2026-10-03T22:36:16.802" v="1521" actId="1076"/>
          <ac:spMkLst>
            <pc:docMk/>
            <pc:sldMk cId="995733660" sldId="287"/>
            <ac:spMk id="22" creationId="{9521E436-6B6D-CD66-706A-42F949F7724E}"/>
          </ac:spMkLst>
        </pc:spChg>
        <pc:spChg chg="add mod">
          <ac:chgData name="Aaron Hamilton" userId="18204c3e-02c8-4c76-b06e-0d252f35102f" providerId="ADAL" clId="{86A63069-2CCC-5A02-9D86-AB1A41F75532}" dt="2026-10-03T22:37:30.541" v="1536"/>
          <ac:spMkLst>
            <pc:docMk/>
            <pc:sldMk cId="995733660" sldId="287"/>
            <ac:spMk id="36" creationId="{6BC6050D-2906-ADC8-91F2-73374E058DE4}"/>
          </ac:spMkLst>
        </pc:spChg>
        <pc:spChg chg="add mod">
          <ac:chgData name="Aaron Hamilton" userId="18204c3e-02c8-4c76-b06e-0d252f35102f" providerId="ADAL" clId="{86A63069-2CCC-5A02-9D86-AB1A41F75532}" dt="2026-10-03T22:38:10.569" v="1543" actId="2711"/>
          <ac:spMkLst>
            <pc:docMk/>
            <pc:sldMk cId="995733660" sldId="287"/>
            <ac:spMk id="37" creationId="{852B645A-681F-C875-BED2-8753DA7565D7}"/>
          </ac:spMkLst>
        </pc:spChg>
        <pc:spChg chg="add mod">
          <ac:chgData name="Aaron Hamilton" userId="18204c3e-02c8-4c76-b06e-0d252f35102f" providerId="ADAL" clId="{86A63069-2CCC-5A02-9D86-AB1A41F75532}" dt="2026-10-03T22:37:18.015" v="1535" actId="20577"/>
          <ac:spMkLst>
            <pc:docMk/>
            <pc:sldMk cId="995733660" sldId="287"/>
            <ac:spMk id="38" creationId="{93918F21-5FDD-DE40-9590-1F4CBB0E1B9A}"/>
          </ac:spMkLst>
        </pc:spChg>
        <pc:spChg chg="add mod">
          <ac:chgData name="Aaron Hamilton" userId="18204c3e-02c8-4c76-b06e-0d252f35102f" providerId="ADAL" clId="{86A63069-2CCC-5A02-9D86-AB1A41F75532}" dt="2026-10-03T22:37:49.438" v="1539" actId="20577"/>
          <ac:spMkLst>
            <pc:docMk/>
            <pc:sldMk cId="995733660" sldId="287"/>
            <ac:spMk id="39" creationId="{EC4DBA46-7BDF-15A1-BB3B-4E44BB205772}"/>
          </ac:spMkLst>
        </pc:spChg>
        <pc:grpChg chg="add mod">
          <ac:chgData name="Aaron Hamilton" userId="18204c3e-02c8-4c76-b06e-0d252f35102f" providerId="ADAL" clId="{86A63069-2CCC-5A02-9D86-AB1A41F75532}" dt="2026-10-03T22:28:38.476" v="1236" actId="167"/>
          <ac:grpSpMkLst>
            <pc:docMk/>
            <pc:sldMk cId="995733660" sldId="287"/>
            <ac:grpSpMk id="10" creationId="{C8905AD3-00A7-F8B1-9DDE-C5EB2EEEA352}"/>
          </ac:grpSpMkLst>
        </pc:grpChg>
        <pc:picChg chg="add mod">
          <ac:chgData name="Aaron Hamilton" userId="18204c3e-02c8-4c76-b06e-0d252f35102f" providerId="ADAL" clId="{86A63069-2CCC-5A02-9D86-AB1A41F75532}" dt="2026-10-03T22:28:21.988" v="1233" actId="1076"/>
          <ac:picMkLst>
            <pc:docMk/>
            <pc:sldMk cId="995733660" sldId="287"/>
            <ac:picMk id="2" creationId="{96A2571F-0942-7E67-587F-16025B69A2F2}"/>
          </ac:picMkLst>
        </pc:picChg>
        <pc:picChg chg="add mod">
          <ac:chgData name="Aaron Hamilton" userId="18204c3e-02c8-4c76-b06e-0d252f35102f" providerId="ADAL" clId="{86A63069-2CCC-5A02-9D86-AB1A41F75532}" dt="2026-10-07T15:36:15.143" v="3177" actId="167"/>
          <ac:picMkLst>
            <pc:docMk/>
            <pc:sldMk cId="995733660" sldId="287"/>
            <ac:picMk id="8" creationId="{0F6073B6-68A2-8FF4-6298-3F8AB3294361}"/>
          </ac:picMkLst>
        </pc:picChg>
      </pc:sldChg>
      <pc:sldChg chg="addSp delSp modSp add mod modTransition">
        <pc:chgData name="Aaron Hamilton" userId="18204c3e-02c8-4c76-b06e-0d252f35102f" providerId="ADAL" clId="{86A63069-2CCC-5A02-9D86-AB1A41F75532}" dt="2026-10-09T10:54:41.281" v="6390"/>
        <pc:sldMkLst>
          <pc:docMk/>
          <pc:sldMk cId="179583553" sldId="288"/>
        </pc:sldMkLst>
        <pc:spChg chg="mod">
          <ac:chgData name="Aaron Hamilton" userId="18204c3e-02c8-4c76-b06e-0d252f35102f" providerId="ADAL" clId="{86A63069-2CCC-5A02-9D86-AB1A41F75532}" dt="2026-10-03T23:06:16.457" v="2074" actId="20577"/>
          <ac:spMkLst>
            <pc:docMk/>
            <pc:sldMk cId="179583553" sldId="288"/>
            <ac:spMk id="9" creationId="{B185EEB4-08FA-A8F5-B9D8-4CC2695FE9B4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13" creationId="{C58B953A-5474-9C54-9E50-CE81356EA214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15" creationId="{038B8F3A-CE07-3CFE-00D0-3E9F8284A12A}"/>
          </ac:spMkLst>
        </pc:spChg>
        <pc:spChg chg="add mod">
          <ac:chgData name="Aaron Hamilton" userId="18204c3e-02c8-4c76-b06e-0d252f35102f" providerId="ADAL" clId="{86A63069-2CCC-5A02-9D86-AB1A41F75532}" dt="2026-10-03T23:09:21.104" v="2244" actId="20577"/>
          <ac:spMkLst>
            <pc:docMk/>
            <pc:sldMk cId="179583553" sldId="288"/>
            <ac:spMk id="16" creationId="{D12FE5BE-3230-96A5-8D94-54DC74FB455A}"/>
          </ac:spMkLst>
        </pc:spChg>
        <pc:spChg chg="add mod">
          <ac:chgData name="Aaron Hamilton" userId="18204c3e-02c8-4c76-b06e-0d252f35102f" providerId="ADAL" clId="{86A63069-2CCC-5A02-9D86-AB1A41F75532}" dt="2026-10-03T22:49:46.491" v="1712" actId="207"/>
          <ac:spMkLst>
            <pc:docMk/>
            <pc:sldMk cId="179583553" sldId="288"/>
            <ac:spMk id="21" creationId="{932AE8F4-08DC-932B-CC65-82D29079663B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23" creationId="{DF829B22-C22C-9B98-60A4-E3C7D24AE34F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24" creationId="{8A478450-12FF-E22C-884F-5DF987B1A3F9}"/>
          </ac:spMkLst>
        </pc:spChg>
        <pc:spChg chg="add mod">
          <ac:chgData name="Aaron Hamilton" userId="18204c3e-02c8-4c76-b06e-0d252f35102f" providerId="ADAL" clId="{86A63069-2CCC-5A02-9D86-AB1A41F75532}" dt="2026-10-03T23:14:23.661" v="2391" actId="1076"/>
          <ac:spMkLst>
            <pc:docMk/>
            <pc:sldMk cId="179583553" sldId="288"/>
            <ac:spMk id="25" creationId="{BCE80D75-7150-EE28-E178-ECE85C79B6D5}"/>
          </ac:spMkLst>
        </pc:spChg>
        <pc:spChg chg="add mod">
          <ac:chgData name="Aaron Hamilton" userId="18204c3e-02c8-4c76-b06e-0d252f35102f" providerId="ADAL" clId="{86A63069-2CCC-5A02-9D86-AB1A41F75532}" dt="2026-10-03T23:14:23.661" v="2391" actId="1076"/>
          <ac:spMkLst>
            <pc:docMk/>
            <pc:sldMk cId="179583553" sldId="288"/>
            <ac:spMk id="26" creationId="{47A5FC02-81D0-6009-71E9-E84D562FD8C9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27" creationId="{1007BB26-1E78-4519-07CB-8B2B2DAD96E8}"/>
          </ac:spMkLst>
        </pc:spChg>
        <pc:spChg chg="add mod">
          <ac:chgData name="Aaron Hamilton" userId="18204c3e-02c8-4c76-b06e-0d252f35102f" providerId="ADAL" clId="{86A63069-2CCC-5A02-9D86-AB1A41F75532}" dt="2026-10-03T23:14:30.283" v="2392" actId="1076"/>
          <ac:spMkLst>
            <pc:docMk/>
            <pc:sldMk cId="179583553" sldId="288"/>
            <ac:spMk id="28" creationId="{F869F5AE-B0DF-553F-3711-32F64CF64DB0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29" creationId="{A49580FF-D6A9-98CF-7E34-9D943F97F059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30" creationId="{B6C94EB4-7183-FAB2-C15F-9E60B5979089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32" creationId="{01FB9CA7-6DDB-C575-35D5-92F28D90F1D1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33" creationId="{ED1E99E3-F7D1-8F93-C14E-A2339735D4B5}"/>
          </ac:spMkLst>
        </pc:spChg>
        <pc:spChg chg="add mod">
          <ac:chgData name="Aaron Hamilton" userId="18204c3e-02c8-4c76-b06e-0d252f35102f" providerId="ADAL" clId="{86A63069-2CCC-5A02-9D86-AB1A41F75532}" dt="2026-10-03T23:14:51.811" v="2394" actId="1076"/>
          <ac:spMkLst>
            <pc:docMk/>
            <pc:sldMk cId="179583553" sldId="288"/>
            <ac:spMk id="34" creationId="{3B27D94E-B274-C002-3742-F21BBCBBA0A0}"/>
          </ac:spMkLst>
        </pc:spChg>
        <pc:grpChg chg="add del mod">
          <ac:chgData name="Aaron Hamilton" userId="18204c3e-02c8-4c76-b06e-0d252f35102f" providerId="ADAL" clId="{86A63069-2CCC-5A02-9D86-AB1A41F75532}" dt="2026-10-03T23:06:41.096" v="2078" actId="1076"/>
          <ac:grpSpMkLst>
            <pc:docMk/>
            <pc:sldMk cId="179583553" sldId="288"/>
            <ac:grpSpMk id="6" creationId="{39E7555A-2785-ACB6-62A4-5C0519537D06}"/>
          </ac:grpSpMkLst>
        </pc:grpChg>
      </pc:sldChg>
      <pc:sldChg chg="addSp delSp modSp mod modTransition">
        <pc:chgData name="Aaron Hamilton" userId="18204c3e-02c8-4c76-b06e-0d252f35102f" providerId="ADAL" clId="{86A63069-2CCC-5A02-9D86-AB1A41F75532}" dt="2026-10-09T10:54:44.182" v="6391"/>
        <pc:sldMkLst>
          <pc:docMk/>
          <pc:sldMk cId="2347342010" sldId="289"/>
        </pc:sldMkLst>
        <pc:spChg chg="mod">
          <ac:chgData name="Aaron Hamilton" userId="18204c3e-02c8-4c76-b06e-0d252f35102f" providerId="ADAL" clId="{86A63069-2CCC-5A02-9D86-AB1A41F75532}" dt="2026-10-07T15:29:01.103" v="2867" actId="20577"/>
          <ac:spMkLst>
            <pc:docMk/>
            <pc:sldMk cId="2347342010" sldId="289"/>
            <ac:spMk id="8" creationId="{C227C96F-FD69-EFB3-7EE8-62122179F056}"/>
          </ac:spMkLst>
        </pc:spChg>
        <pc:spChg chg="mod">
          <ac:chgData name="Aaron Hamilton" userId="18204c3e-02c8-4c76-b06e-0d252f35102f" providerId="ADAL" clId="{86A63069-2CCC-5A02-9D86-AB1A41F75532}" dt="2026-10-07T15:19:25.412" v="2626" actId="207"/>
          <ac:spMkLst>
            <pc:docMk/>
            <pc:sldMk cId="2347342010" sldId="289"/>
            <ac:spMk id="13" creationId="{7D7F7451-276C-9B66-7064-B73563209054}"/>
          </ac:spMkLst>
        </pc:spChg>
        <pc:spChg chg="mod">
          <ac:chgData name="Aaron Hamilton" userId="18204c3e-02c8-4c76-b06e-0d252f35102f" providerId="ADAL" clId="{86A63069-2CCC-5A02-9D86-AB1A41F75532}" dt="2026-10-07T14:55:29.148" v="2534" actId="20577"/>
          <ac:spMkLst>
            <pc:docMk/>
            <pc:sldMk cId="2347342010" sldId="289"/>
            <ac:spMk id="14" creationId="{5F0A18D3-8D6A-4D99-BDDC-0FDFDF5AB68D}"/>
          </ac:spMkLst>
        </pc:spChg>
        <pc:spChg chg="mod">
          <ac:chgData name="Aaron Hamilton" userId="18204c3e-02c8-4c76-b06e-0d252f35102f" providerId="ADAL" clId="{86A63069-2CCC-5A02-9D86-AB1A41F75532}" dt="2026-10-07T15:20:38.048" v="2699" actId="207"/>
          <ac:spMkLst>
            <pc:docMk/>
            <pc:sldMk cId="2347342010" sldId="289"/>
            <ac:spMk id="17" creationId="{88D4523D-1E65-2FBF-CB47-6B4B56547173}"/>
          </ac:spMkLst>
        </pc:spChg>
        <pc:spChg chg="mod">
          <ac:chgData name="Aaron Hamilton" userId="18204c3e-02c8-4c76-b06e-0d252f35102f" providerId="ADAL" clId="{86A63069-2CCC-5A02-9D86-AB1A41F75532}" dt="2026-10-07T14:55:39.737" v="2541" actId="20577"/>
          <ac:spMkLst>
            <pc:docMk/>
            <pc:sldMk cId="2347342010" sldId="289"/>
            <ac:spMk id="19" creationId="{DB6887F2-0EA2-3A53-8683-53A527D47F9E}"/>
          </ac:spMkLst>
        </pc:spChg>
        <pc:spChg chg="mod">
          <ac:chgData name="Aaron Hamilton" userId="18204c3e-02c8-4c76-b06e-0d252f35102f" providerId="ADAL" clId="{86A63069-2CCC-5A02-9D86-AB1A41F75532}" dt="2026-10-07T15:22:38.343" v="2713" actId="20577"/>
          <ac:spMkLst>
            <pc:docMk/>
            <pc:sldMk cId="2347342010" sldId="289"/>
            <ac:spMk id="22" creationId="{0E0A4E8D-17C7-CBAA-781C-9BDCC21FE3F8}"/>
          </ac:spMkLst>
        </pc:spChg>
        <pc:spChg chg="mod">
          <ac:chgData name="Aaron Hamilton" userId="18204c3e-02c8-4c76-b06e-0d252f35102f" providerId="ADAL" clId="{86A63069-2CCC-5A02-9D86-AB1A41F75532}" dt="2026-10-07T14:55:45.493" v="2547" actId="20577"/>
          <ac:spMkLst>
            <pc:docMk/>
            <pc:sldMk cId="2347342010" sldId="289"/>
            <ac:spMk id="23" creationId="{9F85220A-AA48-9C03-9E66-13C4E853A967}"/>
          </ac:spMkLst>
        </pc:spChg>
        <pc:spChg chg="mod">
          <ac:chgData name="Aaron Hamilton" userId="18204c3e-02c8-4c76-b06e-0d252f35102f" providerId="ADAL" clId="{86A63069-2CCC-5A02-9D86-AB1A41F75532}" dt="2026-10-07T15:29:54.257" v="2961" actId="20577"/>
          <ac:spMkLst>
            <pc:docMk/>
            <pc:sldMk cId="2347342010" sldId="289"/>
            <ac:spMk id="32" creationId="{7F791C2F-59D9-C70E-9A37-277D1FF8BAF3}"/>
          </ac:spMkLst>
        </pc:spChg>
        <pc:spChg chg="mod">
          <ac:chgData name="Aaron Hamilton" userId="18204c3e-02c8-4c76-b06e-0d252f35102f" providerId="ADAL" clId="{86A63069-2CCC-5A02-9D86-AB1A41F75532}" dt="2026-10-07T14:56:24.909" v="2561" actId="20577"/>
          <ac:spMkLst>
            <pc:docMk/>
            <pc:sldMk cId="2347342010" sldId="289"/>
            <ac:spMk id="33" creationId="{1841EAC9-E4FF-E762-4FEC-EFF5836B5E40}"/>
          </ac:spMkLst>
        </pc:spChg>
        <pc:spChg chg="mod">
          <ac:chgData name="Aaron Hamilton" userId="18204c3e-02c8-4c76-b06e-0d252f35102f" providerId="ADAL" clId="{86A63069-2CCC-5A02-9D86-AB1A41F75532}" dt="2026-10-07T15:28:07.468" v="2863" actId="20577"/>
          <ac:spMkLst>
            <pc:docMk/>
            <pc:sldMk cId="2347342010" sldId="289"/>
            <ac:spMk id="34" creationId="{C53F66BC-C9A6-51C7-225C-033E161C105D}"/>
          </ac:spMkLst>
        </pc:spChg>
        <pc:spChg chg="mod">
          <ac:chgData name="Aaron Hamilton" userId="18204c3e-02c8-4c76-b06e-0d252f35102f" providerId="ADAL" clId="{86A63069-2CCC-5A02-9D86-AB1A41F75532}" dt="2026-10-07T14:56:50.978" v="2576" actId="207"/>
          <ac:spMkLst>
            <pc:docMk/>
            <pc:sldMk cId="2347342010" sldId="289"/>
            <ac:spMk id="35" creationId="{CF8343B1-D770-84AC-DDDD-8A26363AAF77}"/>
          </ac:spMkLst>
        </pc:spChg>
        <pc:spChg chg="mod">
          <ac:chgData name="Aaron Hamilton" userId="18204c3e-02c8-4c76-b06e-0d252f35102f" providerId="ADAL" clId="{86A63069-2CCC-5A02-9D86-AB1A41F75532}" dt="2026-10-07T15:24:11.909" v="2763" actId="20577"/>
          <ac:spMkLst>
            <pc:docMk/>
            <pc:sldMk cId="2347342010" sldId="289"/>
            <ac:spMk id="36" creationId="{AED23EEA-17B9-DDF2-E5F8-03999604F680}"/>
          </ac:spMkLst>
        </pc:spChg>
        <pc:spChg chg="mod">
          <ac:chgData name="Aaron Hamilton" userId="18204c3e-02c8-4c76-b06e-0d252f35102f" providerId="ADAL" clId="{86A63069-2CCC-5A02-9D86-AB1A41F75532}" dt="2026-10-07T14:56:13.843" v="2552" actId="20577"/>
          <ac:spMkLst>
            <pc:docMk/>
            <pc:sldMk cId="2347342010" sldId="289"/>
            <ac:spMk id="37" creationId="{BFE67158-CB0F-C605-3E84-8027CC2C2DB6}"/>
          </ac:spMkLst>
        </pc:spChg>
        <pc:spChg chg="add mod">
          <ac:chgData name="Aaron Hamilton" userId="18204c3e-02c8-4c76-b06e-0d252f35102f" providerId="ADAL" clId="{86A63069-2CCC-5A02-9D86-AB1A41F75532}" dt="2026-10-07T15:28:40.703" v="2866" actId="2085"/>
          <ac:spMkLst>
            <pc:docMk/>
            <pc:sldMk cId="2347342010" sldId="289"/>
            <ac:spMk id="38" creationId="{4CF5DA67-0FAA-7979-CEFC-F5E55954A0B6}"/>
          </ac:spMkLst>
        </pc:spChg>
        <pc:spChg chg="add mod">
          <ac:chgData name="Aaron Hamilton" userId="18204c3e-02c8-4c76-b06e-0d252f35102f" providerId="ADAL" clId="{86A63069-2CCC-5A02-9D86-AB1A41F75532}" dt="2026-10-07T15:15:31.400" v="2594" actId="14100"/>
          <ac:spMkLst>
            <pc:docMk/>
            <pc:sldMk cId="2347342010" sldId="289"/>
            <ac:spMk id="39" creationId="{6E11B5B1-E81E-67DF-0ED2-1F830FC614B8}"/>
          </ac:spMkLst>
        </pc:spChg>
        <pc:spChg chg="add mod">
          <ac:chgData name="Aaron Hamilton" userId="18204c3e-02c8-4c76-b06e-0d252f35102f" providerId="ADAL" clId="{86A63069-2CCC-5A02-9D86-AB1A41F75532}" dt="2026-10-07T15:15:41.015" v="2597" actId="1076"/>
          <ac:spMkLst>
            <pc:docMk/>
            <pc:sldMk cId="2347342010" sldId="289"/>
            <ac:spMk id="40" creationId="{51411B55-CE48-8A8B-9AC1-285A1E4102E6}"/>
          </ac:spMkLst>
        </pc:spChg>
        <pc:spChg chg="mod">
          <ac:chgData name="Aaron Hamilton" userId="18204c3e-02c8-4c76-b06e-0d252f35102f" providerId="ADAL" clId="{86A63069-2CCC-5A02-9D86-AB1A41F75532}" dt="2026-10-07T15:16:08.810" v="2602"/>
          <ac:spMkLst>
            <pc:docMk/>
            <pc:sldMk cId="2347342010" sldId="289"/>
            <ac:spMk id="43" creationId="{66E87690-74FE-C78B-AAF1-F751F6BA329A}"/>
          </ac:spMkLst>
        </pc:spChg>
        <pc:spChg chg="mod">
          <ac:chgData name="Aaron Hamilton" userId="18204c3e-02c8-4c76-b06e-0d252f35102f" providerId="ADAL" clId="{86A63069-2CCC-5A02-9D86-AB1A41F75532}" dt="2026-10-07T15:16:08.810" v="2602"/>
          <ac:spMkLst>
            <pc:docMk/>
            <pc:sldMk cId="2347342010" sldId="289"/>
            <ac:spMk id="44" creationId="{FA57EE42-0E4F-FA57-DF85-00B2DB910430}"/>
          </ac:spMkLst>
        </pc:spChg>
        <pc:spChg chg="add mod">
          <ac:chgData name="Aaron Hamilton" userId="18204c3e-02c8-4c76-b06e-0d252f35102f" providerId="ADAL" clId="{86A63069-2CCC-5A02-9D86-AB1A41F75532}" dt="2026-10-07T15:22:59.215" v="2717" actId="14100"/>
          <ac:spMkLst>
            <pc:docMk/>
            <pc:sldMk cId="2347342010" sldId="289"/>
            <ac:spMk id="45" creationId="{C7F0B61E-D72C-A039-2EE2-0877F7AAA0C0}"/>
          </ac:spMkLst>
        </pc:spChg>
        <pc:spChg chg="add mod">
          <ac:chgData name="Aaron Hamilton" userId="18204c3e-02c8-4c76-b06e-0d252f35102f" providerId="ADAL" clId="{86A63069-2CCC-5A02-9D86-AB1A41F75532}" dt="2026-10-07T15:23:20.216" v="2721" actId="207"/>
          <ac:spMkLst>
            <pc:docMk/>
            <pc:sldMk cId="2347342010" sldId="289"/>
            <ac:spMk id="50" creationId="{8688032B-FD33-5EDD-5B53-B34487D8F642}"/>
          </ac:spMkLst>
        </pc:spChg>
        <pc:spChg chg="add mod">
          <ac:chgData name="Aaron Hamilton" userId="18204c3e-02c8-4c76-b06e-0d252f35102f" providerId="ADAL" clId="{86A63069-2CCC-5A02-9D86-AB1A41F75532}" dt="2026-10-07T15:23:25.820" v="2722" actId="207"/>
          <ac:spMkLst>
            <pc:docMk/>
            <pc:sldMk cId="2347342010" sldId="289"/>
            <ac:spMk id="51" creationId="{0DAF9249-24D8-04C4-1E2E-E741568F4577}"/>
          </ac:spMkLst>
        </pc:spChg>
        <pc:spChg chg="add mod">
          <ac:chgData name="Aaron Hamilton" userId="18204c3e-02c8-4c76-b06e-0d252f35102f" providerId="ADAL" clId="{86A63069-2CCC-5A02-9D86-AB1A41F75532}" dt="2026-10-07T15:24:53.674" v="2771" actId="2085"/>
          <ac:spMkLst>
            <pc:docMk/>
            <pc:sldMk cId="2347342010" sldId="289"/>
            <ac:spMk id="54" creationId="{23390C75-F066-F5E0-C170-4B5B12F1B244}"/>
          </ac:spMkLst>
        </pc:spChg>
        <pc:spChg chg="add mod">
          <ac:chgData name="Aaron Hamilton" userId="18204c3e-02c8-4c76-b06e-0d252f35102f" providerId="ADAL" clId="{86A63069-2CCC-5A02-9D86-AB1A41F75532}" dt="2026-10-07T15:25:33.976" v="2779" actId="207"/>
          <ac:spMkLst>
            <pc:docMk/>
            <pc:sldMk cId="2347342010" sldId="289"/>
            <ac:spMk id="55" creationId="{AD2171F6-A11C-0D3B-2980-3F82A18D7057}"/>
          </ac:spMkLst>
        </pc:spChg>
        <pc:spChg chg="add mod">
          <ac:chgData name="Aaron Hamilton" userId="18204c3e-02c8-4c76-b06e-0d252f35102f" providerId="ADAL" clId="{86A63069-2CCC-5A02-9D86-AB1A41F75532}" dt="2026-10-07T15:25:33.976" v="2779" actId="207"/>
          <ac:spMkLst>
            <pc:docMk/>
            <pc:sldMk cId="2347342010" sldId="289"/>
            <ac:spMk id="56" creationId="{CC124530-DBCD-AFBD-CA8A-FC6683B30F8D}"/>
          </ac:spMkLst>
        </pc:spChg>
        <pc:grpChg chg="mod">
          <ac:chgData name="Aaron Hamilton" userId="18204c3e-02c8-4c76-b06e-0d252f35102f" providerId="ADAL" clId="{86A63069-2CCC-5A02-9D86-AB1A41F75532}" dt="2026-10-07T14:51:28.172" v="2518" actId="1076"/>
          <ac:grpSpMkLst>
            <pc:docMk/>
            <pc:sldMk cId="2347342010" sldId="289"/>
            <ac:grpSpMk id="6" creationId="{13DE8507-4813-666A-63A9-2889A59CD914}"/>
          </ac:grpSpMkLst>
        </pc:grpChg>
        <pc:grpChg chg="add mod">
          <ac:chgData name="Aaron Hamilton" userId="18204c3e-02c8-4c76-b06e-0d252f35102f" providerId="ADAL" clId="{86A63069-2CCC-5A02-9D86-AB1A41F75532}" dt="2026-10-07T14:51:21.326" v="2515" actId="1076"/>
          <ac:grpSpMkLst>
            <pc:docMk/>
            <pc:sldMk cId="2347342010" sldId="289"/>
            <ac:grpSpMk id="12" creationId="{98BC634C-E368-60CD-40B9-A31CEA37DD63}"/>
          </ac:grpSpMkLst>
        </pc:grpChg>
        <pc:grpChg chg="add mod">
          <ac:chgData name="Aaron Hamilton" userId="18204c3e-02c8-4c76-b06e-0d252f35102f" providerId="ADAL" clId="{86A63069-2CCC-5A02-9D86-AB1A41F75532}" dt="2026-10-07T14:51:36.421" v="2519" actId="1076"/>
          <ac:grpSpMkLst>
            <pc:docMk/>
            <pc:sldMk cId="2347342010" sldId="289"/>
            <ac:grpSpMk id="16" creationId="{600185AB-D60F-9C35-63F2-F824D72DF247}"/>
          </ac:grpSpMkLst>
        </pc:grpChg>
        <pc:grpChg chg="add mod">
          <ac:chgData name="Aaron Hamilton" userId="18204c3e-02c8-4c76-b06e-0d252f35102f" providerId="ADAL" clId="{86A63069-2CCC-5A02-9D86-AB1A41F75532}" dt="2026-10-07T14:51:57.187" v="2521" actId="1076"/>
          <ac:grpSpMkLst>
            <pc:docMk/>
            <pc:sldMk cId="2347342010" sldId="289"/>
            <ac:grpSpMk id="20" creationId="{96B6FD9B-133E-6A31-BB7A-B0CC41971536}"/>
          </ac:grpSpMkLst>
        </pc:grpChg>
        <pc:grpChg chg="add">
          <ac:chgData name="Aaron Hamilton" userId="18204c3e-02c8-4c76-b06e-0d252f35102f" providerId="ADAL" clId="{86A63069-2CCC-5A02-9D86-AB1A41F75532}" dt="2026-10-07T14:52:21.833" v="2523" actId="164"/>
          <ac:grpSpMkLst>
            <pc:docMk/>
            <pc:sldMk cId="2347342010" sldId="289"/>
            <ac:grpSpMk id="25" creationId="{809704C1-BC19-E8CE-C633-80339164E672}"/>
          </ac:grpSpMkLst>
        </pc:grpChg>
        <pc:grpChg chg="add mod">
          <ac:chgData name="Aaron Hamilton" userId="18204c3e-02c8-4c76-b06e-0d252f35102f" providerId="ADAL" clId="{86A63069-2CCC-5A02-9D86-AB1A41F75532}" dt="2026-10-07T14:52:35.423" v="2525" actId="1076"/>
          <ac:grpSpMkLst>
            <pc:docMk/>
            <pc:sldMk cId="2347342010" sldId="289"/>
            <ac:grpSpMk id="26" creationId="{57E3392A-2F29-E997-7205-393F983D87AE}"/>
          </ac:grpSpMkLst>
        </pc:grpChg>
        <pc:grpChg chg="mod">
          <ac:chgData name="Aaron Hamilton" userId="18204c3e-02c8-4c76-b06e-0d252f35102f" providerId="ADAL" clId="{86A63069-2CCC-5A02-9D86-AB1A41F75532}" dt="2026-10-07T14:52:25.571" v="2524"/>
          <ac:grpSpMkLst>
            <pc:docMk/>
            <pc:sldMk cId="2347342010" sldId="289"/>
            <ac:grpSpMk id="28" creationId="{9AC2B146-7B51-75F5-0ADF-1383BAEC9A46}"/>
          </ac:grpSpMkLst>
        </pc:grpChg>
        <pc:grpChg chg="mod">
          <ac:chgData name="Aaron Hamilton" userId="18204c3e-02c8-4c76-b06e-0d252f35102f" providerId="ADAL" clId="{86A63069-2CCC-5A02-9D86-AB1A41F75532}" dt="2026-10-07T14:52:25.571" v="2524"/>
          <ac:grpSpMkLst>
            <pc:docMk/>
            <pc:sldMk cId="2347342010" sldId="289"/>
            <ac:grpSpMk id="30" creationId="{3C619CE2-D884-6406-00A2-5236A18D4645}"/>
          </ac:grpSpMkLst>
        </pc:grpChg>
        <pc:grpChg chg="mod">
          <ac:chgData name="Aaron Hamilton" userId="18204c3e-02c8-4c76-b06e-0d252f35102f" providerId="ADAL" clId="{86A63069-2CCC-5A02-9D86-AB1A41F75532}" dt="2026-10-07T14:52:25.571" v="2524"/>
          <ac:grpSpMkLst>
            <pc:docMk/>
            <pc:sldMk cId="2347342010" sldId="289"/>
            <ac:grpSpMk id="31" creationId="{A75A2510-1FD4-C848-415F-06EA576C3093}"/>
          </ac:grpSpMkLst>
        </pc:grpChg>
        <pc:grpChg chg="add mod">
          <ac:chgData name="Aaron Hamilton" userId="18204c3e-02c8-4c76-b06e-0d252f35102f" providerId="ADAL" clId="{86A63069-2CCC-5A02-9D86-AB1A41F75532}" dt="2026-10-07T15:16:05.066" v="2601" actId="1076"/>
          <ac:grpSpMkLst>
            <pc:docMk/>
            <pc:sldMk cId="2347342010" sldId="289"/>
            <ac:grpSpMk id="41" creationId="{F278E919-C7D8-7B6E-3E76-1F8F025DFA4D}"/>
          </ac:grpSpMkLst>
        </pc:grpChg>
        <pc:grpChg chg="add mod">
          <ac:chgData name="Aaron Hamilton" userId="18204c3e-02c8-4c76-b06e-0d252f35102f" providerId="ADAL" clId="{86A63069-2CCC-5A02-9D86-AB1A41F75532}" dt="2026-10-07T15:16:24.171" v="2605" actId="1076"/>
          <ac:grpSpMkLst>
            <pc:docMk/>
            <pc:sldMk cId="2347342010" sldId="289"/>
            <ac:grpSpMk id="42" creationId="{CF362511-29EB-0F51-C5B5-FEBDC3C5050A}"/>
          </ac:grpSpMkLst>
        </pc:grpChg>
        <pc:grpChg chg="add mod">
          <ac:chgData name="Aaron Hamilton" userId="18204c3e-02c8-4c76-b06e-0d252f35102f" providerId="ADAL" clId="{86A63069-2CCC-5A02-9D86-AB1A41F75532}" dt="2026-10-07T15:23:38.378" v="2724" actId="1076"/>
          <ac:grpSpMkLst>
            <pc:docMk/>
            <pc:sldMk cId="2347342010" sldId="289"/>
            <ac:grpSpMk id="52" creationId="{9D0DD42D-3DC9-3E9E-FC83-157E648AB46E}"/>
          </ac:grpSpMkLst>
        </pc:grpChg>
        <pc:grpChg chg="add mod">
          <ac:chgData name="Aaron Hamilton" userId="18204c3e-02c8-4c76-b06e-0d252f35102f" providerId="ADAL" clId="{86A63069-2CCC-5A02-9D86-AB1A41F75532}" dt="2026-10-07T15:26:00.352" v="2786" actId="1035"/>
          <ac:grpSpMkLst>
            <pc:docMk/>
            <pc:sldMk cId="2347342010" sldId="289"/>
            <ac:grpSpMk id="57" creationId="{83FDAEAE-EB7A-C3DC-3199-C5260655D698}"/>
          </ac:grpSpMkLst>
        </pc:grpChg>
      </pc:sldChg>
      <pc:sldChg chg="ord">
        <pc:chgData name="Aaron Hamilton" userId="18204c3e-02c8-4c76-b06e-0d252f35102f" providerId="ADAL" clId="{86A63069-2CCC-5A02-9D86-AB1A41F75532}" dt="2026-10-09T08:54:51.085" v="4667" actId="20578"/>
        <pc:sldMkLst>
          <pc:docMk/>
          <pc:sldMk cId="2319327202" sldId="292"/>
        </pc:sldMkLst>
      </pc:sldChg>
      <pc:sldChg chg="addSp delSp modSp add mod ord">
        <pc:chgData name="Aaron Hamilton" userId="18204c3e-02c8-4c76-b06e-0d252f35102f" providerId="ADAL" clId="{86A63069-2CCC-5A02-9D86-AB1A41F75532}" dt="2026-10-09T10:55:58.097" v="6392" actId="171"/>
        <pc:sldMkLst>
          <pc:docMk/>
          <pc:sldMk cId="12988263" sldId="293"/>
        </pc:sldMkLst>
        <pc:spChg chg="add mod">
          <ac:chgData name="Aaron Hamilton" userId="18204c3e-02c8-4c76-b06e-0d252f35102f" providerId="ADAL" clId="{86A63069-2CCC-5A02-9D86-AB1A41F75532}" dt="2026-10-07T14:41:37.049" v="2493" actId="20577"/>
          <ac:spMkLst>
            <pc:docMk/>
            <pc:sldMk cId="12988263" sldId="293"/>
            <ac:spMk id="2" creationId="{0A950BC3-B387-5F2E-773C-66EDE06FDC25}"/>
          </ac:spMkLst>
        </pc:spChg>
        <pc:spChg chg="mod">
          <ac:chgData name="Aaron Hamilton" userId="18204c3e-02c8-4c76-b06e-0d252f35102f" providerId="ADAL" clId="{86A63069-2CCC-5A02-9D86-AB1A41F75532}" dt="2026-10-09T08:57:55.241" v="4734"/>
          <ac:spMkLst>
            <pc:docMk/>
            <pc:sldMk cId="12988263" sldId="293"/>
            <ac:spMk id="8" creationId="{7F0BEB8A-9AED-DAED-2EFC-5050CFBD7F2B}"/>
          </ac:spMkLst>
        </pc:spChg>
        <pc:spChg chg="mod">
          <ac:chgData name="Aaron Hamilton" userId="18204c3e-02c8-4c76-b06e-0d252f35102f" providerId="ADAL" clId="{86A63069-2CCC-5A02-9D86-AB1A41F75532}" dt="2026-10-07T14:41:40.395" v="2494" actId="313"/>
          <ac:spMkLst>
            <pc:docMk/>
            <pc:sldMk cId="12988263" sldId="293"/>
            <ac:spMk id="9" creationId="{8D261DE5-0A4C-E6EC-7C0F-0DCB46F6E763}"/>
          </ac:spMkLst>
        </pc:spChg>
        <pc:spChg chg="add mod">
          <ac:chgData name="Aaron Hamilton" userId="18204c3e-02c8-4c76-b06e-0d252f35102f" providerId="ADAL" clId="{86A63069-2CCC-5A02-9D86-AB1A41F75532}" dt="2026-10-09T10:55:58.097" v="6392" actId="171"/>
          <ac:spMkLst>
            <pc:docMk/>
            <pc:sldMk cId="12988263" sldId="293"/>
            <ac:spMk id="10" creationId="{EBA89F60-8D3B-49C1-354F-B7613EDE075E}"/>
          </ac:spMkLst>
        </pc:spChg>
        <pc:picChg chg="add mod">
          <ac:chgData name="Aaron Hamilton" userId="18204c3e-02c8-4c76-b06e-0d252f35102f" providerId="ADAL" clId="{86A63069-2CCC-5A02-9D86-AB1A41F75532}" dt="2026-10-09T10:55:58.097" v="6392" actId="171"/>
          <ac:picMkLst>
            <pc:docMk/>
            <pc:sldMk cId="12988263" sldId="293"/>
            <ac:picMk id="7" creationId="{099ED5D0-24E9-A65D-4D34-0F6EFDF78A0A}"/>
          </ac:picMkLst>
        </pc:picChg>
      </pc:sldChg>
      <pc:sldChg chg="addSp delSp modSp add mod setBg">
        <pc:chgData name="Aaron Hamilton" userId="18204c3e-02c8-4c76-b06e-0d252f35102f" providerId="ADAL" clId="{86A63069-2CCC-5A02-9D86-AB1A41F75532}" dt="2026-10-09T09:21:46.650" v="5228" actId="167"/>
        <pc:sldMkLst>
          <pc:docMk/>
          <pc:sldMk cId="1369097353" sldId="294"/>
        </pc:sldMkLst>
        <pc:spChg chg="add mod">
          <ac:chgData name="Aaron Hamilton" userId="18204c3e-02c8-4c76-b06e-0d252f35102f" providerId="ADAL" clId="{86A63069-2CCC-5A02-9D86-AB1A41F75532}" dt="2026-10-09T09:20:22.396" v="5221" actId="167"/>
          <ac:spMkLst>
            <pc:docMk/>
            <pc:sldMk cId="1369097353" sldId="294"/>
            <ac:spMk id="7" creationId="{34F1F375-9E31-9C2E-3D6E-B4154CC59538}"/>
          </ac:spMkLst>
        </pc:spChg>
        <pc:spChg chg="mod">
          <ac:chgData name="Aaron Hamilton" userId="18204c3e-02c8-4c76-b06e-0d252f35102f" providerId="ADAL" clId="{86A63069-2CCC-5A02-9D86-AB1A41F75532}" dt="2026-10-07T16:16:53.554" v="4148" actId="1076"/>
          <ac:spMkLst>
            <pc:docMk/>
            <pc:sldMk cId="1369097353" sldId="294"/>
            <ac:spMk id="8" creationId="{1B6D4DE6-DE29-1EF5-93EB-E3AB773DA6C3}"/>
          </ac:spMkLst>
        </pc:spChg>
        <pc:spChg chg="mod">
          <ac:chgData name="Aaron Hamilton" userId="18204c3e-02c8-4c76-b06e-0d252f35102f" providerId="ADAL" clId="{86A63069-2CCC-5A02-9D86-AB1A41F75532}" dt="2026-10-07T15:55:48.374" v="3201" actId="20577"/>
          <ac:spMkLst>
            <pc:docMk/>
            <pc:sldMk cId="1369097353" sldId="294"/>
            <ac:spMk id="9" creationId="{1FDF013A-AE74-D5AE-1A5E-B3987199AF1C}"/>
          </ac:spMkLst>
        </pc:spChg>
        <pc:grpChg chg="mod">
          <ac:chgData name="Aaron Hamilton" userId="18204c3e-02c8-4c76-b06e-0d252f35102f" providerId="ADAL" clId="{86A63069-2CCC-5A02-9D86-AB1A41F75532}" dt="2026-10-09T09:20:39.942" v="5222" actId="167"/>
          <ac:grpSpMkLst>
            <pc:docMk/>
            <pc:sldMk cId="1369097353" sldId="294"/>
            <ac:grpSpMk id="6" creationId="{D98E7314-59F7-7497-EFAE-5FC3E440C30E}"/>
          </ac:grpSpMkLst>
        </pc:grpChg>
        <pc:picChg chg="add mod">
          <ac:chgData name="Aaron Hamilton" userId="18204c3e-02c8-4c76-b06e-0d252f35102f" providerId="ADAL" clId="{86A63069-2CCC-5A02-9D86-AB1A41F75532}" dt="2026-10-09T09:21:46.650" v="5228" actId="167"/>
          <ac:picMkLst>
            <pc:docMk/>
            <pc:sldMk cId="1369097353" sldId="294"/>
            <ac:picMk id="2" creationId="{0D1110E6-8E40-52E0-59DC-EAF8E9C5405A}"/>
          </ac:picMkLst>
        </pc:picChg>
      </pc:sldChg>
      <pc:sldChg chg="addSp delSp modSp add mod ord">
        <pc:chgData name="Aaron Hamilton" userId="18204c3e-02c8-4c76-b06e-0d252f35102f" providerId="ADAL" clId="{86A63069-2CCC-5A02-9D86-AB1A41F75532}" dt="2026-10-09T10:03:38.619" v="6037" actId="478"/>
        <pc:sldMkLst>
          <pc:docMk/>
          <pc:sldMk cId="3838240909" sldId="295"/>
        </pc:sldMkLst>
        <pc:spChg chg="add del mod">
          <ac:chgData name="Aaron Hamilton" userId="18204c3e-02c8-4c76-b06e-0d252f35102f" providerId="ADAL" clId="{86A63069-2CCC-5A02-9D86-AB1A41F75532}" dt="2026-10-09T10:03:38.619" v="6037" actId="478"/>
          <ac:spMkLst>
            <pc:docMk/>
            <pc:sldMk cId="3838240909" sldId="295"/>
            <ac:spMk id="2" creationId="{232653F2-1D61-9309-20AB-C2B240E61E1D}"/>
          </ac:spMkLst>
        </pc:spChg>
        <pc:spChg chg="mod">
          <ac:chgData name="Aaron Hamilton" userId="18204c3e-02c8-4c76-b06e-0d252f35102f" providerId="ADAL" clId="{86A63069-2CCC-5A02-9D86-AB1A41F75532}" dt="2026-10-09T10:03:36.470" v="6036" actId="1076"/>
          <ac:spMkLst>
            <pc:docMk/>
            <pc:sldMk cId="3838240909" sldId="295"/>
            <ac:spMk id="8" creationId="{8A50FE24-D44F-271A-C1E6-C10061219E8B}"/>
          </ac:spMkLst>
        </pc:spChg>
        <pc:spChg chg="mod">
          <ac:chgData name="Aaron Hamilton" userId="18204c3e-02c8-4c76-b06e-0d252f35102f" providerId="ADAL" clId="{86A63069-2CCC-5A02-9D86-AB1A41F75532}" dt="2026-10-09T08:27:34.956" v="4151" actId="20577"/>
          <ac:spMkLst>
            <pc:docMk/>
            <pc:sldMk cId="3838240909" sldId="295"/>
            <ac:spMk id="9" creationId="{BBEF9818-6E87-6AEB-A137-21D9314000E9}"/>
          </ac:spMkLst>
        </pc:spChg>
      </pc:sldChg>
      <pc:sldChg chg="addSp delSp modSp add mod ord">
        <pc:chgData name="Aaron Hamilton" userId="18204c3e-02c8-4c76-b06e-0d252f35102f" providerId="ADAL" clId="{86A63069-2CCC-5A02-9D86-AB1A41F75532}" dt="2026-10-09T10:12:11.539" v="6222" actId="14100"/>
        <pc:sldMkLst>
          <pc:docMk/>
          <pc:sldMk cId="2818975703" sldId="296"/>
        </pc:sldMkLst>
        <pc:spChg chg="topLvl">
          <ac:chgData name="Aaron Hamilton" userId="18204c3e-02c8-4c76-b06e-0d252f35102f" providerId="ADAL" clId="{86A63069-2CCC-5A02-9D86-AB1A41F75532}" dt="2026-10-09T08:59:32.849" v="4796" actId="165"/>
          <ac:spMkLst>
            <pc:docMk/>
            <pc:sldMk cId="2818975703" sldId="296"/>
            <ac:spMk id="5" creationId="{0B62F29D-E600-A188-87EB-EFA8BF72E4FE}"/>
          </ac:spMkLst>
        </pc:spChg>
        <pc:spChg chg="mod">
          <ac:chgData name="Aaron Hamilton" userId="18204c3e-02c8-4c76-b06e-0d252f35102f" providerId="ADAL" clId="{86A63069-2CCC-5A02-9D86-AB1A41F75532}" dt="2026-10-09T08:59:21.844" v="4794" actId="20577"/>
          <ac:spMkLst>
            <pc:docMk/>
            <pc:sldMk cId="2818975703" sldId="296"/>
            <ac:spMk id="8" creationId="{93F65B5D-D83C-B0AD-F4B4-1186744ECF15}"/>
          </ac:spMkLst>
        </pc:spChg>
        <pc:spChg chg="mod">
          <ac:chgData name="Aaron Hamilton" userId="18204c3e-02c8-4c76-b06e-0d252f35102f" providerId="ADAL" clId="{86A63069-2CCC-5A02-9D86-AB1A41F75532}" dt="2026-10-09T08:59:01.784" v="4757" actId="313"/>
          <ac:spMkLst>
            <pc:docMk/>
            <pc:sldMk cId="2818975703" sldId="296"/>
            <ac:spMk id="9" creationId="{3EA2FD65-09D0-E106-20AB-1A6FAB7BB38F}"/>
          </ac:spMkLst>
        </pc:spChg>
        <pc:spChg chg="mod">
          <ac:chgData name="Aaron Hamilton" userId="18204c3e-02c8-4c76-b06e-0d252f35102f" providerId="ADAL" clId="{86A63069-2CCC-5A02-9D86-AB1A41F75532}" dt="2026-10-09T08:59:53.654" v="4799"/>
          <ac:spMkLst>
            <pc:docMk/>
            <pc:sldMk cId="2818975703" sldId="296"/>
            <ac:spMk id="11" creationId="{ED09A663-6364-E225-F937-4B72F618DCBF}"/>
          </ac:spMkLst>
        </pc:spChg>
        <pc:spChg chg="add mod">
          <ac:chgData name="Aaron Hamilton" userId="18204c3e-02c8-4c76-b06e-0d252f35102f" providerId="ADAL" clId="{86A63069-2CCC-5A02-9D86-AB1A41F75532}" dt="2026-10-09T09:20:48.721" v="5223" actId="167"/>
          <ac:spMkLst>
            <pc:docMk/>
            <pc:sldMk cId="2818975703" sldId="296"/>
            <ac:spMk id="13" creationId="{16965149-4102-E8C8-906A-372074C14981}"/>
          </ac:spMkLst>
        </pc:spChg>
        <pc:spChg chg="add mod">
          <ac:chgData name="Aaron Hamilton" userId="18204c3e-02c8-4c76-b06e-0d252f35102f" providerId="ADAL" clId="{86A63069-2CCC-5A02-9D86-AB1A41F75532}" dt="2026-10-09T10:11:10.689" v="6193" actId="1076"/>
          <ac:spMkLst>
            <pc:docMk/>
            <pc:sldMk cId="2818975703" sldId="296"/>
            <ac:spMk id="14" creationId="{A5BD08C1-58CD-1304-23D3-D090003566BC}"/>
          </ac:spMkLst>
        </pc:spChg>
        <pc:grpChg chg="add mod">
          <ac:chgData name="Aaron Hamilton" userId="18204c3e-02c8-4c76-b06e-0d252f35102f" providerId="ADAL" clId="{86A63069-2CCC-5A02-9D86-AB1A41F75532}" dt="2026-10-09T09:22:36.158" v="5231" actId="166"/>
          <ac:grpSpMkLst>
            <pc:docMk/>
            <pc:sldMk cId="2818975703" sldId="296"/>
            <ac:grpSpMk id="2" creationId="{EC3011B7-DACD-3BBB-086C-DF5A403FBA5E}"/>
          </ac:grpSpMkLst>
        </pc:grpChg>
        <pc:grpChg chg="add del">
          <ac:chgData name="Aaron Hamilton" userId="18204c3e-02c8-4c76-b06e-0d252f35102f" providerId="ADAL" clId="{86A63069-2CCC-5A02-9D86-AB1A41F75532}" dt="2026-10-09T08:59:52.670" v="4798" actId="478"/>
          <ac:grpSpMkLst>
            <pc:docMk/>
            <pc:sldMk cId="2818975703" sldId="296"/>
            <ac:grpSpMk id="6" creationId="{54A39E10-BD51-1F39-61CD-9C8A2BC404D9}"/>
          </ac:grpSpMkLst>
        </pc:grpChg>
        <pc:picChg chg="topLvl">
          <ac:chgData name="Aaron Hamilton" userId="18204c3e-02c8-4c76-b06e-0d252f35102f" providerId="ADAL" clId="{86A63069-2CCC-5A02-9D86-AB1A41F75532}" dt="2026-10-09T08:59:32.849" v="4796" actId="165"/>
          <ac:picMkLst>
            <pc:docMk/>
            <pc:sldMk cId="2818975703" sldId="296"/>
            <ac:picMk id="3" creationId="{42635859-452B-9351-BC6F-0EA7A026F86B}"/>
          </ac:picMkLst>
        </pc:picChg>
        <pc:picChg chg="mod">
          <ac:chgData name="Aaron Hamilton" userId="18204c3e-02c8-4c76-b06e-0d252f35102f" providerId="ADAL" clId="{86A63069-2CCC-5A02-9D86-AB1A41F75532}" dt="2026-10-09T08:59:53.654" v="4799"/>
          <ac:picMkLst>
            <pc:docMk/>
            <pc:sldMk cId="2818975703" sldId="296"/>
            <ac:picMk id="7" creationId="{35F99EBE-CB3E-B044-66CB-B11E6FC8C6C8}"/>
          </ac:picMkLst>
        </pc:picChg>
        <pc:picChg chg="del">
          <ac:chgData name="Aaron Hamilton" userId="18204c3e-02c8-4c76-b06e-0d252f35102f" providerId="ADAL" clId="{86A63069-2CCC-5A02-9D86-AB1A41F75532}" dt="2026-10-09T08:59:25.948" v="4795" actId="478"/>
          <ac:picMkLst>
            <pc:docMk/>
            <pc:sldMk cId="2818975703" sldId="296"/>
            <ac:picMk id="10" creationId="{A79EA4D8-CFA8-4AF5-370A-1BC033A683BB}"/>
          </ac:picMkLst>
        </pc:picChg>
        <pc:picChg chg="add mod">
          <ac:chgData name="Aaron Hamilton" userId="18204c3e-02c8-4c76-b06e-0d252f35102f" providerId="ADAL" clId="{86A63069-2CCC-5A02-9D86-AB1A41F75532}" dt="2026-10-09T09:20:48.721" v="5223" actId="167"/>
          <ac:picMkLst>
            <pc:docMk/>
            <pc:sldMk cId="2818975703" sldId="296"/>
            <ac:picMk id="12" creationId="{C10E7C81-6C74-893F-2B83-0A781B6A0514}"/>
          </ac:picMkLst>
        </pc:picChg>
        <pc:picChg chg="add mod">
          <ac:chgData name="Aaron Hamilton" userId="18204c3e-02c8-4c76-b06e-0d252f35102f" providerId="ADAL" clId="{86A63069-2CCC-5A02-9D86-AB1A41F75532}" dt="2026-10-09T10:11:16.934" v="6195" actId="1076"/>
          <ac:picMkLst>
            <pc:docMk/>
            <pc:sldMk cId="2818975703" sldId="296"/>
            <ac:picMk id="16" creationId="{0998D69D-FC93-C91E-8B4A-C9D33510945E}"/>
          </ac:picMkLst>
        </pc:picChg>
        <pc:picChg chg="add mod">
          <ac:chgData name="Aaron Hamilton" userId="18204c3e-02c8-4c76-b06e-0d252f35102f" providerId="ADAL" clId="{86A63069-2CCC-5A02-9D86-AB1A41F75532}" dt="2026-10-09T10:12:11.539" v="6222" actId="14100"/>
          <ac:picMkLst>
            <pc:docMk/>
            <pc:sldMk cId="2818975703" sldId="296"/>
            <ac:picMk id="18" creationId="{995A308B-B60E-9099-F023-EFA8BB5A662C}"/>
          </ac:picMkLst>
        </pc:picChg>
      </pc:sldChg>
      <pc:sldChg chg="addSp delSp modSp add mod">
        <pc:chgData name="Aaron Hamilton" userId="18204c3e-02c8-4c76-b06e-0d252f35102f" providerId="ADAL" clId="{86A63069-2CCC-5A02-9D86-AB1A41F75532}" dt="2026-10-09T10:02:44.167" v="6035" actId="1035"/>
        <pc:sldMkLst>
          <pc:docMk/>
          <pc:sldMk cId="2875095156" sldId="297"/>
        </pc:sldMkLst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7" creationId="{67E74173-8D60-406B-7DB7-002919AB0DA3}"/>
          </ac:spMkLst>
        </pc:spChg>
        <pc:spChg chg="del">
          <ac:chgData name="Aaron Hamilton" userId="18204c3e-02c8-4c76-b06e-0d252f35102f" providerId="ADAL" clId="{86A63069-2CCC-5A02-9D86-AB1A41F75532}" dt="2026-10-09T09:46:04.234" v="5652" actId="478"/>
          <ac:spMkLst>
            <pc:docMk/>
            <pc:sldMk cId="2875095156" sldId="297"/>
            <ac:spMk id="8" creationId="{02CD70F5-E70B-6B05-5CF0-3E908BB71EF1}"/>
          </ac:spMkLst>
        </pc:spChg>
        <pc:spChg chg="mod">
          <ac:chgData name="Aaron Hamilton" userId="18204c3e-02c8-4c76-b06e-0d252f35102f" providerId="ADAL" clId="{86A63069-2CCC-5A02-9D86-AB1A41F75532}" dt="2026-10-09T09:24:32.134" v="5252" actId="20577"/>
          <ac:spMkLst>
            <pc:docMk/>
            <pc:sldMk cId="2875095156" sldId="297"/>
            <ac:spMk id="9" creationId="{6DE3A7AF-4613-AEDC-2629-266D0E05C296}"/>
          </ac:spMkLst>
        </pc:spChg>
        <pc:spChg chg="add del mod">
          <ac:chgData name="Aaron Hamilton" userId="18204c3e-02c8-4c76-b06e-0d252f35102f" providerId="ADAL" clId="{86A63069-2CCC-5A02-9D86-AB1A41F75532}" dt="2026-10-09T09:25:52.552" v="5260" actId="478"/>
          <ac:spMkLst>
            <pc:docMk/>
            <pc:sldMk cId="2875095156" sldId="297"/>
            <ac:spMk id="11" creationId="{266397D9-F395-A4C9-F434-63C67E65263A}"/>
          </ac:spMkLst>
        </pc:spChg>
        <pc:spChg chg="add del mod">
          <ac:chgData name="Aaron Hamilton" userId="18204c3e-02c8-4c76-b06e-0d252f35102f" providerId="ADAL" clId="{86A63069-2CCC-5A02-9D86-AB1A41F75532}" dt="2026-10-09T09:34:45.394" v="5275" actId="478"/>
          <ac:spMkLst>
            <pc:docMk/>
            <pc:sldMk cId="2875095156" sldId="297"/>
            <ac:spMk id="12" creationId="{F28C4342-BAAC-E941-76B6-8C88DFD2244A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13" creationId="{C134EAE0-6BF0-9B21-A0A7-0B9F83DA6F05}"/>
          </ac:spMkLst>
        </pc:spChg>
        <pc:spChg chg="del">
          <ac:chgData name="Aaron Hamilton" userId="18204c3e-02c8-4c76-b06e-0d252f35102f" providerId="ADAL" clId="{86A63069-2CCC-5A02-9D86-AB1A41F75532}" dt="2026-10-09T09:26:02.731" v="5263" actId="478"/>
          <ac:spMkLst>
            <pc:docMk/>
            <pc:sldMk cId="2875095156" sldId="297"/>
            <ac:spMk id="14" creationId="{621756F9-365D-F2B2-D805-F3AB2D60611C}"/>
          </ac:spMkLst>
        </pc:spChg>
        <pc:spChg chg="add del mod">
          <ac:chgData name="Aaron Hamilton" userId="18204c3e-02c8-4c76-b06e-0d252f35102f" providerId="ADAL" clId="{86A63069-2CCC-5A02-9D86-AB1A41F75532}" dt="2026-10-09T09:34:57.604" v="5278" actId="478"/>
          <ac:spMkLst>
            <pc:docMk/>
            <pc:sldMk cId="2875095156" sldId="297"/>
            <ac:spMk id="15" creationId="{BD751770-3D38-5F4E-304F-B4ACE300F8AE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16" creationId="{23631EAF-00B8-F985-370F-DCE1DA83E32A}"/>
          </ac:spMkLst>
        </pc:spChg>
        <pc:spChg chg="add del mod">
          <ac:chgData name="Aaron Hamilton" userId="18204c3e-02c8-4c76-b06e-0d252f35102f" providerId="ADAL" clId="{86A63069-2CCC-5A02-9D86-AB1A41F75532}" dt="2026-10-09T09:26:03.824" v="5264" actId="478"/>
          <ac:spMkLst>
            <pc:docMk/>
            <pc:sldMk cId="2875095156" sldId="297"/>
            <ac:spMk id="17" creationId="{24781AB7-1946-607A-C687-DE66CAF1F1E4}"/>
          </ac:spMkLst>
        </pc:spChg>
        <pc:spChg chg="add del mod">
          <ac:chgData name="Aaron Hamilton" userId="18204c3e-02c8-4c76-b06e-0d252f35102f" providerId="ADAL" clId="{86A63069-2CCC-5A02-9D86-AB1A41F75532}" dt="2026-10-09T09:34:55.962" v="5276" actId="478"/>
          <ac:spMkLst>
            <pc:docMk/>
            <pc:sldMk cId="2875095156" sldId="297"/>
            <ac:spMk id="18" creationId="{EB1A3618-9EFC-73E9-3C38-BA8E6767E626}"/>
          </ac:spMkLst>
        </pc:spChg>
        <pc:spChg chg="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19" creationId="{4D8B80F8-499E-5FF0-CABE-16F574089A41}"/>
          </ac:spMkLst>
        </pc:spChg>
        <pc:spChg chg="add del mod">
          <ac:chgData name="Aaron Hamilton" userId="18204c3e-02c8-4c76-b06e-0d252f35102f" providerId="ADAL" clId="{86A63069-2CCC-5A02-9D86-AB1A41F75532}" dt="2026-10-09T09:26:04.942" v="5265" actId="478"/>
          <ac:spMkLst>
            <pc:docMk/>
            <pc:sldMk cId="2875095156" sldId="297"/>
            <ac:spMk id="20" creationId="{73701360-1E80-A3B3-3E62-EA491328E371}"/>
          </ac:spMkLst>
        </pc:spChg>
        <pc:spChg chg="del mod">
          <ac:chgData name="Aaron Hamilton" userId="18204c3e-02c8-4c76-b06e-0d252f35102f" providerId="ADAL" clId="{86A63069-2CCC-5A02-9D86-AB1A41F75532}" dt="2026-10-09T09:34:59.068" v="5279" actId="478"/>
          <ac:spMkLst>
            <pc:docMk/>
            <pc:sldMk cId="2875095156" sldId="297"/>
            <ac:spMk id="21" creationId="{A7B688F9-5E1C-A7E1-5335-FC97A25F8FD5}"/>
          </ac:spMkLst>
        </pc:spChg>
        <pc:spChg chg="del">
          <ac:chgData name="Aaron Hamilton" userId="18204c3e-02c8-4c76-b06e-0d252f35102f" providerId="ADAL" clId="{86A63069-2CCC-5A02-9D86-AB1A41F75532}" dt="2026-10-09T09:25:45.548" v="5259" actId="478"/>
          <ac:spMkLst>
            <pc:docMk/>
            <pc:sldMk cId="2875095156" sldId="297"/>
            <ac:spMk id="22" creationId="{72577DE8-CCA7-5E4A-2FBA-E6076E1BEC3F}"/>
          </ac:spMkLst>
        </pc:spChg>
        <pc:spChg chg="del">
          <ac:chgData name="Aaron Hamilton" userId="18204c3e-02c8-4c76-b06e-0d252f35102f" providerId="ADAL" clId="{86A63069-2CCC-5A02-9D86-AB1A41F75532}" dt="2026-10-09T09:25:45.548" v="5259" actId="478"/>
          <ac:spMkLst>
            <pc:docMk/>
            <pc:sldMk cId="2875095156" sldId="297"/>
            <ac:spMk id="23" creationId="{A004E244-C071-670F-5783-6D69F9C3E13B}"/>
          </ac:spMkLst>
        </pc:spChg>
        <pc:spChg chg="add del mod">
          <ac:chgData name="Aaron Hamilton" userId="18204c3e-02c8-4c76-b06e-0d252f35102f" providerId="ADAL" clId="{86A63069-2CCC-5A02-9D86-AB1A41F75532}" dt="2026-10-09T09:25:45.548" v="5259" actId="478"/>
          <ac:spMkLst>
            <pc:docMk/>
            <pc:sldMk cId="2875095156" sldId="297"/>
            <ac:spMk id="24" creationId="{1919DAE2-C556-55E1-4973-D7368B843D4A}"/>
          </ac:spMkLst>
        </pc:spChg>
        <pc:spChg chg="mod topLvl">
          <ac:chgData name="Aaron Hamilton" userId="18204c3e-02c8-4c76-b06e-0d252f35102f" providerId="ADAL" clId="{86A63069-2CCC-5A02-9D86-AB1A41F75532}" dt="2026-10-09T09:39:44.399" v="5453" actId="1037"/>
          <ac:spMkLst>
            <pc:docMk/>
            <pc:sldMk cId="2875095156" sldId="297"/>
            <ac:spMk id="29" creationId="{79C6A7BA-F780-764E-5123-AD6311802C20}"/>
          </ac:spMkLst>
        </pc:spChg>
        <pc:spChg chg="mod topLvl">
          <ac:chgData name="Aaron Hamilton" userId="18204c3e-02c8-4c76-b06e-0d252f35102f" providerId="ADAL" clId="{86A63069-2CCC-5A02-9D86-AB1A41F75532}" dt="2026-10-09T09:39:58.006" v="5478" actId="1037"/>
          <ac:spMkLst>
            <pc:docMk/>
            <pc:sldMk cId="2875095156" sldId="297"/>
            <ac:spMk id="30" creationId="{6F2828F0-5418-B0E3-2EEE-F795599634C9}"/>
          </ac:spMkLst>
        </pc:spChg>
        <pc:spChg chg="mod topLvl">
          <ac:chgData name="Aaron Hamilton" userId="18204c3e-02c8-4c76-b06e-0d252f35102f" providerId="ADAL" clId="{86A63069-2CCC-5A02-9D86-AB1A41F75532}" dt="2026-10-09T09:40:13.436" v="5503" actId="14100"/>
          <ac:spMkLst>
            <pc:docMk/>
            <pc:sldMk cId="2875095156" sldId="297"/>
            <ac:spMk id="31" creationId="{7DD453B8-BF79-F9E8-0BC5-1D758F9726CD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1" creationId="{322EF072-A93C-9C4C-F728-F0AA5E424616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2" creationId="{AA14734C-3263-0331-DBCE-5C8956A39618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3" creationId="{3E42C4ED-515A-7649-EE85-9A25C58E3791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4" creationId="{0BC20863-9392-AF47-722C-FBAF4B83E06D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5" creationId="{84822925-4A83-2E0E-83BF-77E14357151F}"/>
          </ac:spMkLst>
        </pc:spChg>
        <pc:spChg chg="add mod">
          <ac:chgData name="Aaron Hamilton" userId="18204c3e-02c8-4c76-b06e-0d252f35102f" providerId="ADAL" clId="{86A63069-2CCC-5A02-9D86-AB1A41F75532}" dt="2026-10-09T09:50:20.842" v="5728" actId="1076"/>
          <ac:spMkLst>
            <pc:docMk/>
            <pc:sldMk cId="2875095156" sldId="297"/>
            <ac:spMk id="56" creationId="{F4FBB3B9-0080-73CB-59FB-1138CF1710F5}"/>
          </ac:spMkLst>
        </pc:spChg>
        <pc:spChg chg="add mod">
          <ac:chgData name="Aaron Hamilton" userId="18204c3e-02c8-4c76-b06e-0d252f35102f" providerId="ADAL" clId="{86A63069-2CCC-5A02-9D86-AB1A41F75532}" dt="2026-10-09T09:54:10.840" v="5755" actId="1076"/>
          <ac:spMkLst>
            <pc:docMk/>
            <pc:sldMk cId="2875095156" sldId="297"/>
            <ac:spMk id="59" creationId="{95A49F06-7579-185B-B79E-FA23E6098B47}"/>
          </ac:spMkLst>
        </pc:spChg>
        <pc:spChg chg="add del mod">
          <ac:chgData name="Aaron Hamilton" userId="18204c3e-02c8-4c76-b06e-0d252f35102f" providerId="ADAL" clId="{86A63069-2CCC-5A02-9D86-AB1A41F75532}" dt="2026-10-09T10:02:32.736" v="5948" actId="478"/>
          <ac:spMkLst>
            <pc:docMk/>
            <pc:sldMk cId="2875095156" sldId="297"/>
            <ac:spMk id="60" creationId="{3D8907B7-F3A3-1D38-8C54-CC56989919B3}"/>
          </ac:spMkLst>
        </pc:spChg>
        <pc:spChg chg="add del mod">
          <ac:chgData name="Aaron Hamilton" userId="18204c3e-02c8-4c76-b06e-0d252f35102f" providerId="ADAL" clId="{86A63069-2CCC-5A02-9D86-AB1A41F75532}" dt="2026-10-09T10:02:32.736" v="5948" actId="478"/>
          <ac:spMkLst>
            <pc:docMk/>
            <pc:sldMk cId="2875095156" sldId="297"/>
            <ac:spMk id="61" creationId="{346088BA-3F74-3218-1B62-1D7C9DAADC46}"/>
          </ac:spMkLst>
        </pc:spChg>
        <pc:spChg chg="add del mod">
          <ac:chgData name="Aaron Hamilton" userId="18204c3e-02c8-4c76-b06e-0d252f35102f" providerId="ADAL" clId="{86A63069-2CCC-5A02-9D86-AB1A41F75532}" dt="2026-10-09T10:02:32.736" v="5948" actId="478"/>
          <ac:spMkLst>
            <pc:docMk/>
            <pc:sldMk cId="2875095156" sldId="297"/>
            <ac:spMk id="62" creationId="{255D5E1E-6050-6F24-0062-BB510373C208}"/>
          </ac:spMkLst>
        </pc:spChg>
        <pc:spChg chg="add mod">
          <ac:chgData name="Aaron Hamilton" userId="18204c3e-02c8-4c76-b06e-0d252f35102f" providerId="ADAL" clId="{86A63069-2CCC-5A02-9D86-AB1A41F75532}" dt="2026-10-09T10:02:44.167" v="6035" actId="1035"/>
          <ac:spMkLst>
            <pc:docMk/>
            <pc:sldMk cId="2875095156" sldId="297"/>
            <ac:spMk id="63" creationId="{5D65A667-E10B-1B68-0DB2-074EA012D164}"/>
          </ac:spMkLst>
        </pc:spChg>
        <pc:spChg chg="add mod">
          <ac:chgData name="Aaron Hamilton" userId="18204c3e-02c8-4c76-b06e-0d252f35102f" providerId="ADAL" clId="{86A63069-2CCC-5A02-9D86-AB1A41F75532}" dt="2026-10-09T10:02:44.167" v="6035" actId="1035"/>
          <ac:spMkLst>
            <pc:docMk/>
            <pc:sldMk cId="2875095156" sldId="297"/>
            <ac:spMk id="64" creationId="{B20F6A06-4B4C-3363-4DA1-0037673BD4FF}"/>
          </ac:spMkLst>
        </pc:spChg>
        <pc:spChg chg="add mod">
          <ac:chgData name="Aaron Hamilton" userId="18204c3e-02c8-4c76-b06e-0d252f35102f" providerId="ADAL" clId="{86A63069-2CCC-5A02-9D86-AB1A41F75532}" dt="2026-10-09T10:02:44.167" v="6035" actId="1035"/>
          <ac:spMkLst>
            <pc:docMk/>
            <pc:sldMk cId="2875095156" sldId="297"/>
            <ac:spMk id="65" creationId="{5E8BEA2A-D8BA-CB19-350E-092961068AB0}"/>
          </ac:spMkLst>
        </pc:spChg>
        <pc:grpChg chg="add del mod">
          <ac:chgData name="Aaron Hamilton" userId="18204c3e-02c8-4c76-b06e-0d252f35102f" providerId="ADAL" clId="{86A63069-2CCC-5A02-9D86-AB1A41F75532}" dt="2026-10-09T09:39:41.907" v="5451" actId="165"/>
          <ac:grpSpMkLst>
            <pc:docMk/>
            <pc:sldMk cId="2875095156" sldId="297"/>
            <ac:grpSpMk id="28" creationId="{945A91F1-1674-1A26-14FA-1B3EEC18C818}"/>
          </ac:grpSpMkLst>
        </pc:grpChg>
        <pc:grpChg chg="add mod">
          <ac:chgData name="Aaron Hamilton" userId="18204c3e-02c8-4c76-b06e-0d252f35102f" providerId="ADAL" clId="{86A63069-2CCC-5A02-9D86-AB1A41F75532}" dt="2026-10-09T09:40:24.737" v="5505" actId="1076"/>
          <ac:grpSpMkLst>
            <pc:docMk/>
            <pc:sldMk cId="2875095156" sldId="297"/>
            <ac:grpSpMk id="32" creationId="{7AC36A11-49CD-AB59-5E50-E6B3BAC4422E}"/>
          </ac:grpSpMkLst>
        </pc:grpChg>
        <pc:grpChg chg="add mod">
          <ac:chgData name="Aaron Hamilton" userId="18204c3e-02c8-4c76-b06e-0d252f35102f" providerId="ADAL" clId="{86A63069-2CCC-5A02-9D86-AB1A41F75532}" dt="2026-10-09T09:50:36.117" v="5747" actId="1038"/>
          <ac:grpSpMkLst>
            <pc:docMk/>
            <pc:sldMk cId="2875095156" sldId="297"/>
            <ac:grpSpMk id="57" creationId="{34AEC049-F0C5-1465-892D-3E4DA4D777FB}"/>
          </ac:grpSpMkLst>
        </pc:grpChg>
        <pc:picChg chg="add mod">
          <ac:chgData name="Aaron Hamilton" userId="18204c3e-02c8-4c76-b06e-0d252f35102f" providerId="ADAL" clId="{86A63069-2CCC-5A02-9D86-AB1A41F75532}" dt="2026-10-09T09:25:16.137" v="5257" actId="1076"/>
          <ac:picMkLst>
            <pc:docMk/>
            <pc:sldMk cId="2875095156" sldId="297"/>
            <ac:picMk id="2" creationId="{DC776A4D-FCB2-A1B1-37A3-55462FBBAAC0}"/>
          </ac:picMkLst>
        </pc:picChg>
        <pc:picChg chg="del">
          <ac:chgData name="Aaron Hamilton" userId="18204c3e-02c8-4c76-b06e-0d252f35102f" providerId="ADAL" clId="{86A63069-2CCC-5A02-9D86-AB1A41F75532}" dt="2026-10-09T09:24:56.867" v="5253" actId="478"/>
          <ac:picMkLst>
            <pc:docMk/>
            <pc:sldMk cId="2875095156" sldId="297"/>
            <ac:picMk id="10" creationId="{443FD2EC-D633-2653-36D7-543D16F4CD96}"/>
          </ac:picMkLst>
        </pc:picChg>
        <pc:picChg chg="add mod">
          <ac:chgData name="Aaron Hamilton" userId="18204c3e-02c8-4c76-b06e-0d252f35102f" providerId="ADAL" clId="{86A63069-2CCC-5A02-9D86-AB1A41F75532}" dt="2026-10-09T09:43:06.494" v="5577" actId="1036"/>
          <ac:picMkLst>
            <pc:docMk/>
            <pc:sldMk cId="2875095156" sldId="297"/>
            <ac:picMk id="26" creationId="{BDD98D84-FA5C-D8C5-CB68-1302EDD1B151}"/>
          </ac:picMkLst>
        </pc:picChg>
        <pc:picChg chg="add mod">
          <ac:chgData name="Aaron Hamilton" userId="18204c3e-02c8-4c76-b06e-0d252f35102f" providerId="ADAL" clId="{86A63069-2CCC-5A02-9D86-AB1A41F75532}" dt="2026-10-09T09:43:00.214" v="5576" actId="1036"/>
          <ac:picMkLst>
            <pc:docMk/>
            <pc:sldMk cId="2875095156" sldId="297"/>
            <ac:picMk id="27" creationId="{5AB9FFC8-E138-6A17-D11D-9A4B079475F4}"/>
          </ac:picMkLst>
        </pc:picChg>
        <pc:cxnChg chg="add mod">
          <ac:chgData name="Aaron Hamilton" userId="18204c3e-02c8-4c76-b06e-0d252f35102f" providerId="ADAL" clId="{86A63069-2CCC-5A02-9D86-AB1A41F75532}" dt="2026-10-09T09:44:14.995" v="5622" actId="14100"/>
          <ac:cxnSpMkLst>
            <pc:docMk/>
            <pc:sldMk cId="2875095156" sldId="297"/>
            <ac:cxnSpMk id="34" creationId="{0B3AD55E-1775-9B9F-37C4-0B73A4F52747}"/>
          </ac:cxnSpMkLst>
        </pc:cxnChg>
        <pc:cxnChg chg="add mod">
          <ac:chgData name="Aaron Hamilton" userId="18204c3e-02c8-4c76-b06e-0d252f35102f" providerId="ADAL" clId="{86A63069-2CCC-5A02-9D86-AB1A41F75532}" dt="2026-10-09T09:44:21.492" v="5624" actId="1076"/>
          <ac:cxnSpMkLst>
            <pc:docMk/>
            <pc:sldMk cId="2875095156" sldId="297"/>
            <ac:cxnSpMk id="40" creationId="{19510549-04B7-F058-4CD2-82A498E77B3A}"/>
          </ac:cxnSpMkLst>
        </pc:cxnChg>
        <pc:cxnChg chg="add mod">
          <ac:chgData name="Aaron Hamilton" userId="18204c3e-02c8-4c76-b06e-0d252f35102f" providerId="ADAL" clId="{86A63069-2CCC-5A02-9D86-AB1A41F75532}" dt="2026-10-09T09:47:08.548" v="5655" actId="14100"/>
          <ac:cxnSpMkLst>
            <pc:docMk/>
            <pc:sldMk cId="2875095156" sldId="297"/>
            <ac:cxnSpMk id="41" creationId="{4CFBF442-F472-C404-9D8C-85CAA4C4AB49}"/>
          </ac:cxnSpMkLst>
        </pc:cxnChg>
        <pc:cxnChg chg="add mod">
          <ac:chgData name="Aaron Hamilton" userId="18204c3e-02c8-4c76-b06e-0d252f35102f" providerId="ADAL" clId="{86A63069-2CCC-5A02-9D86-AB1A41F75532}" dt="2026-10-09T09:47:11.316" v="5656" actId="14100"/>
          <ac:cxnSpMkLst>
            <pc:docMk/>
            <pc:sldMk cId="2875095156" sldId="297"/>
            <ac:cxnSpMk id="44" creationId="{086DF537-361C-911B-E5BC-9EB026C3E0C5}"/>
          </ac:cxnSpMkLst>
        </pc:cxnChg>
        <pc:cxnChg chg="add del mod">
          <ac:chgData name="Aaron Hamilton" userId="18204c3e-02c8-4c76-b06e-0d252f35102f" providerId="ADAL" clId="{86A63069-2CCC-5A02-9D86-AB1A41F75532}" dt="2026-10-09T09:47:18.001" v="5659" actId="478"/>
          <ac:cxnSpMkLst>
            <pc:docMk/>
            <pc:sldMk cId="2875095156" sldId="297"/>
            <ac:cxnSpMk id="45" creationId="{59EBA0DB-A3DA-76BB-B48A-D51974DC9EA0}"/>
          </ac:cxnSpMkLst>
        </pc:cxnChg>
        <pc:cxnChg chg="add mod">
          <ac:chgData name="Aaron Hamilton" userId="18204c3e-02c8-4c76-b06e-0d252f35102f" providerId="ADAL" clId="{86A63069-2CCC-5A02-9D86-AB1A41F75532}" dt="2026-10-09T09:47:31.868" v="5662" actId="14100"/>
          <ac:cxnSpMkLst>
            <pc:docMk/>
            <pc:sldMk cId="2875095156" sldId="297"/>
            <ac:cxnSpMk id="46" creationId="{1A3AE059-6263-B053-D4EC-C10D6350C4C6}"/>
          </ac:cxnSpMkLst>
        </pc:cxnChg>
        <pc:cxnChg chg="add mod">
          <ac:chgData name="Aaron Hamilton" userId="18204c3e-02c8-4c76-b06e-0d252f35102f" providerId="ADAL" clId="{86A63069-2CCC-5A02-9D86-AB1A41F75532}" dt="2026-10-09T09:47:27.190" v="5660" actId="1076"/>
          <ac:cxnSpMkLst>
            <pc:docMk/>
            <pc:sldMk cId="2875095156" sldId="297"/>
            <ac:cxnSpMk id="49" creationId="{143C134E-ABE9-9FCA-EA8A-D530A4089429}"/>
          </ac:cxnSpMkLst>
        </pc:cxnChg>
      </pc:sldChg>
      <pc:sldChg chg="addSp delSp modSp add mod">
        <pc:chgData name="Aaron Hamilton" userId="18204c3e-02c8-4c76-b06e-0d252f35102f" providerId="ADAL" clId="{86A63069-2CCC-5A02-9D86-AB1A41F75532}" dt="2026-10-09T10:02:17.959" v="5947" actId="1076"/>
        <pc:sldMkLst>
          <pc:docMk/>
          <pc:sldMk cId="1695456473" sldId="298"/>
        </pc:sldMkLst>
        <pc:spChg chg="add del mod">
          <ac:chgData name="Aaron Hamilton" userId="18204c3e-02c8-4c76-b06e-0d252f35102f" providerId="ADAL" clId="{86A63069-2CCC-5A02-9D86-AB1A41F75532}" dt="2026-10-09T09:58:42.870" v="5798"/>
          <ac:spMkLst>
            <pc:docMk/>
            <pc:sldMk cId="1695456473" sldId="298"/>
            <ac:spMk id="8" creationId="{06E47A6E-BEB2-AF95-B096-24DEAC4D314E}"/>
          </ac:spMkLst>
        </pc:spChg>
        <pc:spChg chg="add mod">
          <ac:chgData name="Aaron Hamilton" userId="18204c3e-02c8-4c76-b06e-0d252f35102f" providerId="ADAL" clId="{86A63069-2CCC-5A02-9D86-AB1A41F75532}" dt="2026-10-09T10:02:13.373" v="5946" actId="1076"/>
          <ac:spMkLst>
            <pc:docMk/>
            <pc:sldMk cId="1695456473" sldId="298"/>
            <ac:spMk id="10" creationId="{F8BC7E5D-A4D6-E32B-D353-C7C085CE5451}"/>
          </ac:spMkLst>
        </pc:spChg>
        <pc:spChg chg="add mod">
          <ac:chgData name="Aaron Hamilton" userId="18204c3e-02c8-4c76-b06e-0d252f35102f" providerId="ADAL" clId="{86A63069-2CCC-5A02-9D86-AB1A41F75532}" dt="2026-10-09T10:02:17.959" v="5947" actId="1076"/>
          <ac:spMkLst>
            <pc:docMk/>
            <pc:sldMk cId="1695456473" sldId="298"/>
            <ac:spMk id="12" creationId="{08DA29BA-8031-4120-DCFE-C14EBF20AF1E}"/>
          </ac:spMkLst>
        </pc:spChg>
        <pc:spChg chg="add mod">
          <ac:chgData name="Aaron Hamilton" userId="18204c3e-02c8-4c76-b06e-0d252f35102f" providerId="ADAL" clId="{86A63069-2CCC-5A02-9D86-AB1A41F75532}" dt="2026-10-09T10:02:05.739" v="5944" actId="1035"/>
          <ac:spMkLst>
            <pc:docMk/>
            <pc:sldMk cId="1695456473" sldId="298"/>
            <ac:spMk id="14" creationId="{A8BD2654-E79D-9879-C981-A5F630E88D99}"/>
          </ac:spMkLst>
        </pc:spChg>
        <pc:spChg chg="mod">
          <ac:chgData name="Aaron Hamilton" userId="18204c3e-02c8-4c76-b06e-0d252f35102f" providerId="ADAL" clId="{86A63069-2CCC-5A02-9D86-AB1A41F75532}" dt="2026-10-09T09:58:25.665" v="5795" actId="1036"/>
          <ac:spMkLst>
            <pc:docMk/>
            <pc:sldMk cId="1695456473" sldId="298"/>
            <ac:spMk id="59" creationId="{1737381B-F7B5-273C-596C-B1F0BACD37CB}"/>
          </ac:spMkLst>
        </pc:spChg>
      </pc:sldChg>
      <pc:sldChg chg="addSp delSp modSp add mod ord">
        <pc:chgData name="Aaron Hamilton" userId="18204c3e-02c8-4c76-b06e-0d252f35102f" providerId="ADAL" clId="{86A63069-2CCC-5A02-9D86-AB1A41F75532}" dt="2026-10-09T10:14:11.203" v="6388" actId="1038"/>
        <pc:sldMkLst>
          <pc:docMk/>
          <pc:sldMk cId="2949412547" sldId="299"/>
        </pc:sldMkLst>
        <pc:spChg chg="mod">
          <ac:chgData name="Aaron Hamilton" userId="18204c3e-02c8-4c76-b06e-0d252f35102f" providerId="ADAL" clId="{86A63069-2CCC-5A02-9D86-AB1A41F75532}" dt="2026-10-09T10:05:02.366" v="6048" actId="20577"/>
          <ac:spMkLst>
            <pc:docMk/>
            <pc:sldMk cId="2949412547" sldId="299"/>
            <ac:spMk id="9" creationId="{9701407F-28C8-BB0A-C8A5-2D9B74FE5150}"/>
          </ac:spMkLst>
        </pc:spChg>
        <pc:spChg chg="del">
          <ac:chgData name="Aaron Hamilton" userId="18204c3e-02c8-4c76-b06e-0d252f35102f" providerId="ADAL" clId="{86A63069-2CCC-5A02-9D86-AB1A41F75532}" dt="2026-10-09T10:14:03.752" v="6371" actId="478"/>
          <ac:spMkLst>
            <pc:docMk/>
            <pc:sldMk cId="2949412547" sldId="299"/>
            <ac:spMk id="11" creationId="{80C1C8F0-46E6-058D-E9DB-B311FDBC8E6A}"/>
          </ac:spMkLst>
        </pc:spChg>
        <pc:spChg chg="mod">
          <ac:chgData name="Aaron Hamilton" userId="18204c3e-02c8-4c76-b06e-0d252f35102f" providerId="ADAL" clId="{86A63069-2CCC-5A02-9D86-AB1A41F75532}" dt="2026-10-09T10:05:26.306" v="6075" actId="20577"/>
          <ac:spMkLst>
            <pc:docMk/>
            <pc:sldMk cId="2949412547" sldId="299"/>
            <ac:spMk id="14" creationId="{ADF4E547-A370-BAFE-F2C9-AEA12D087B20}"/>
          </ac:spMkLst>
        </pc:spChg>
        <pc:spChg chg="add mod">
          <ac:chgData name="Aaron Hamilton" userId="18204c3e-02c8-4c76-b06e-0d252f35102f" providerId="ADAL" clId="{86A63069-2CCC-5A02-9D86-AB1A41F75532}" dt="2026-10-09T10:14:11.203" v="6388" actId="1038"/>
          <ac:spMkLst>
            <pc:docMk/>
            <pc:sldMk cId="2949412547" sldId="299"/>
            <ac:spMk id="16" creationId="{0BC8FBF4-5445-7DB0-E7F8-5B634C2F31CA}"/>
          </ac:spMkLst>
        </pc:spChg>
        <pc:spChg chg="mod">
          <ac:chgData name="Aaron Hamilton" userId="18204c3e-02c8-4c76-b06e-0d252f35102f" providerId="ADAL" clId="{86A63069-2CCC-5A02-9D86-AB1A41F75532}" dt="2026-10-09T10:06:12.100" v="6167" actId="20577"/>
          <ac:spMkLst>
            <pc:docMk/>
            <pc:sldMk cId="2949412547" sldId="299"/>
            <ac:spMk id="17" creationId="{D706C83D-D720-92BD-D789-3553F187F3C4}"/>
          </ac:spMkLst>
        </pc:spChg>
        <pc:spChg chg="mod">
          <ac:chgData name="Aaron Hamilton" userId="18204c3e-02c8-4c76-b06e-0d252f35102f" providerId="ADAL" clId="{86A63069-2CCC-5A02-9D86-AB1A41F75532}" dt="2026-10-09T10:06:25.374" v="6170" actId="20577"/>
          <ac:spMkLst>
            <pc:docMk/>
            <pc:sldMk cId="2949412547" sldId="299"/>
            <ac:spMk id="20" creationId="{EA3E10EE-2178-E91B-6692-391EB72D2B89}"/>
          </ac:spMkLst>
        </pc:spChg>
        <pc:spChg chg="mod">
          <ac:chgData name="Aaron Hamilton" userId="18204c3e-02c8-4c76-b06e-0d252f35102f" providerId="ADAL" clId="{86A63069-2CCC-5A02-9D86-AB1A41F75532}" dt="2026-10-09T10:06:57.577" v="6189" actId="20577"/>
          <ac:spMkLst>
            <pc:docMk/>
            <pc:sldMk cId="2949412547" sldId="299"/>
            <ac:spMk id="22" creationId="{6CF993F6-574B-2A15-5366-DFF48E3A84CC}"/>
          </ac:spMkLst>
        </pc:spChg>
        <pc:grpChg chg="del">
          <ac:chgData name="Aaron Hamilton" userId="18204c3e-02c8-4c76-b06e-0d252f35102f" providerId="ADAL" clId="{86A63069-2CCC-5A02-9D86-AB1A41F75532}" dt="2026-10-09T10:04:46.514" v="6040" actId="478"/>
          <ac:grpSpMkLst>
            <pc:docMk/>
            <pc:sldMk cId="2949412547" sldId="299"/>
            <ac:grpSpMk id="10" creationId="{EE1ABACA-A13D-4CF7-EFF6-62D3CA55681A}"/>
          </ac:grpSpMkLst>
        </pc:grpChg>
        <pc:picChg chg="del">
          <ac:chgData name="Aaron Hamilton" userId="18204c3e-02c8-4c76-b06e-0d252f35102f" providerId="ADAL" clId="{86A63069-2CCC-5A02-9D86-AB1A41F75532}" dt="2026-10-09T10:04:49.321" v="6041" actId="478"/>
          <ac:picMkLst>
            <pc:docMk/>
            <pc:sldMk cId="2949412547" sldId="299"/>
            <ac:picMk id="8" creationId="{0E24EF8B-E7EC-5783-79FF-F46E6292A703}"/>
          </ac:picMkLst>
        </pc:picChg>
        <pc:picChg chg="add mod">
          <ac:chgData name="Aaron Hamilton" userId="18204c3e-02c8-4c76-b06e-0d252f35102f" providerId="ADAL" clId="{86A63069-2CCC-5A02-9D86-AB1A41F75532}" dt="2026-10-09T10:12:39.805" v="6283" actId="1036"/>
          <ac:picMkLst>
            <pc:docMk/>
            <pc:sldMk cId="2949412547" sldId="299"/>
            <ac:picMk id="12" creationId="{8A5F443E-1CA2-E72B-FAB2-D3B310E2E779}"/>
          </ac:picMkLst>
        </pc:picChg>
        <pc:picChg chg="add mod">
          <ac:chgData name="Aaron Hamilton" userId="18204c3e-02c8-4c76-b06e-0d252f35102f" providerId="ADAL" clId="{86A63069-2CCC-5A02-9D86-AB1A41F75532}" dt="2026-10-09T10:12:39.805" v="6283" actId="1036"/>
          <ac:picMkLst>
            <pc:docMk/>
            <pc:sldMk cId="2949412547" sldId="299"/>
            <ac:picMk id="13" creationId="{A553FA9D-2FEE-630F-1B54-5CEA84D44007}"/>
          </ac:picMkLst>
        </pc:picChg>
        <pc:picChg chg="add mod">
          <ac:chgData name="Aaron Hamilton" userId="18204c3e-02c8-4c76-b06e-0d252f35102f" providerId="ADAL" clId="{86A63069-2CCC-5A02-9D86-AB1A41F75532}" dt="2026-10-09T10:14:11.203" v="6388" actId="1038"/>
          <ac:picMkLst>
            <pc:docMk/>
            <pc:sldMk cId="2949412547" sldId="299"/>
            <ac:picMk id="15" creationId="{536B33E3-AB20-70B5-DC28-8213B3C6FEC9}"/>
          </ac:picMkLst>
        </pc:picChg>
      </pc:sldChg>
    </pc:docChg>
  </pc:docChgLst>
  <pc:docChgLst>
    <pc:chgData name="Asim Mian" userId="S::b01813743@studentmail.uws.ac.uk::c23492a1-d542-4a68-a554-d9cb9df9bc02" providerId="AD" clId="Web-{49AA9A4D-C3FD-08BC-E271-23AFA7E77A43}"/>
    <pc:docChg chg="addSld modSld">
      <pc:chgData name="Asim Mian" userId="S::b01813743@studentmail.uws.ac.uk::c23492a1-d542-4a68-a554-d9cb9df9bc02" providerId="AD" clId="Web-{49AA9A4D-C3FD-08BC-E271-23AFA7E77A43}" dt="2026-09-29T19:19:17.227" v="561" actId="20577"/>
      <pc:docMkLst>
        <pc:docMk/>
      </pc:docMkLst>
    </pc:docChg>
  </pc:docChgLst>
  <pc:docChgLst>
    <pc:chgData name="Asim Mian" userId="S::b01813743@studentmail.uws.ac.uk::c23492a1-d542-4a68-a554-d9cb9df9bc02" providerId="AD" clId="Web-{14D4C68E-A5A7-CB0E-AE4B-D499018E1E32}"/>
    <pc:docChg chg="addSld modSld">
      <pc:chgData name="Asim Mian" userId="S::b01813743@studentmail.uws.ac.uk::c23492a1-d542-4a68-a554-d9cb9df9bc02" providerId="AD" clId="Web-{14D4C68E-A5A7-CB0E-AE4B-D499018E1E32}" dt="2026-09-29T20:57:08.237" v="245" actId="20577"/>
      <pc:docMkLst>
        <pc:docMk/>
      </pc:docMkLst>
    </pc:docChg>
  </pc:docChgLst>
  <pc:docChgLst>
    <pc:chgData name="Iram Rafique" userId="S::b00858434@studentmail.uws.ac.uk::2891bba8-a473-4102-8aad-0e1efcea5071" providerId="AD" clId="Web-{00000000-0000-0000-0000-000000000000}"/>
    <pc:docChg chg="modSld">
      <pc:chgData name="Iram Rafique" userId="S::b00858434@studentmail.uws.ac.uk::2891bba8-a473-4102-8aad-0e1efcea5071" providerId="AD" clId="Web-{00000000-0000-0000-0000-000000000000}" dt="2026-09-30T09:21:51.484" v="132"/>
      <pc:docMkLst>
        <pc:docMk/>
      </pc:docMkLst>
    </pc:docChg>
  </pc:docChgLst>
  <pc:docChgLst>
    <pc:chgData name="Iram Rafique" userId="S::b00858434@studentmail.uws.ac.uk::2891bba8-a473-4102-8aad-0e1efcea5071" providerId="AD" clId="Web-{0C7A1CD3-E3BB-91A9-F8CB-0989D83959C6}"/>
    <pc:docChg chg="modSld">
      <pc:chgData name="Iram Rafique" userId="S::b00858434@studentmail.uws.ac.uk::2891bba8-a473-4102-8aad-0e1efcea5071" providerId="AD" clId="Web-{0C7A1CD3-E3BB-91A9-F8CB-0989D83959C6}" dt="2026-10-02T18:45:23.226" v="6" actId="20577"/>
      <pc:docMkLst>
        <pc:docMk/>
      </pc:docMkLst>
    </pc:docChg>
  </pc:docChgLst>
  <pc:docChgLst>
    <pc:chgData name="Paul Bennett" userId="S::b01817143@studentmail.uws.ac.uk::fc0bdc68-7c01-477d-8ae5-310da9786952" providerId="AD" clId="Web-{A8F8DB1D-A187-F2EE-1536-48DE6C432EB1}"/>
    <pc:docChg chg="modSld">
      <pc:chgData name="Paul Bennett" userId="S::b01817143@studentmail.uws.ac.uk::fc0bdc68-7c01-477d-8ae5-310da9786952" providerId="AD" clId="Web-{A8F8DB1D-A187-F2EE-1536-48DE6C432EB1}" dt="2026-09-30T15:22:08.488" v="1299" actId="1076"/>
      <pc:docMkLst>
        <pc:docMk/>
      </pc:docMkLst>
    </pc:docChg>
  </pc:docChgLst>
  <pc:docChgLst>
    <pc:chgData name="Asim Mian" userId="S::b01813743@studentmail.uws.ac.uk::c23492a1-d542-4a68-a554-d9cb9df9bc02" providerId="AD" clId="Web-{00000000-0000-0000-0000-000000000000}"/>
    <pc:docChg chg="addSld modSld">
      <pc:chgData name="Asim Mian" userId="S::b01813743@studentmail.uws.ac.uk::c23492a1-d542-4a68-a554-d9cb9df9bc02" providerId="AD" clId="Web-{00000000-0000-0000-0000-000000000000}" dt="2026-09-30T09:54:57.175" v="13" actId="20577"/>
      <pc:docMkLst>
        <pc:docMk/>
      </pc:docMkLst>
    </pc:docChg>
  </pc:docChgLst>
  <pc:docChgLst>
    <pc:chgData name="Iram Rafique" userId="S::b00858434@studentmail.uws.ac.uk::2891bba8-a473-4102-8aad-0e1efcea5071" providerId="AD" clId="Web-{ED450A75-D772-052B-84D3-26575907E0B5}"/>
    <pc:docChg chg="delSld modSld">
      <pc:chgData name="Iram Rafique" userId="S::b00858434@studentmail.uws.ac.uk::2891bba8-a473-4102-8aad-0e1efcea5071" providerId="AD" clId="Web-{ED450A75-D772-052B-84D3-26575907E0B5}" dt="2026-09-30T09:30:27.790" v="3" actId="1076"/>
      <pc:docMkLst>
        <pc:docMk/>
      </pc:docMkLst>
    </pc:docChg>
  </pc:docChgLst>
  <pc:docChgLst>
    <pc:chgData name="Aaron Hamilton" userId="18204c3e-02c8-4c76-b06e-0d252f35102f" providerId="ADAL" clId="{56C94A2A-6EA3-5B70-8EF3-378E9C7B2007}"/>
    <pc:docChg chg="custSel addSld modSld sldOrd">
      <pc:chgData name="Aaron Hamilton" userId="18204c3e-02c8-4c76-b06e-0d252f35102f" providerId="ADAL" clId="{56C94A2A-6EA3-5B70-8EF3-378E9C7B2007}" dt="2026-10-07T12:31:00.450" v="1195" actId="1076"/>
      <pc:docMkLst>
        <pc:docMk/>
      </pc:docMkLst>
      <pc:sldChg chg="modSp mod">
        <pc:chgData name="Aaron Hamilton" userId="18204c3e-02c8-4c76-b06e-0d252f35102f" providerId="ADAL" clId="{56C94A2A-6EA3-5B70-8EF3-378E9C7B2007}" dt="2026-10-04T16:22:08.022" v="18" actId="313"/>
        <pc:sldMkLst>
          <pc:docMk/>
          <pc:sldMk cId="463772295" sldId="285"/>
        </pc:sldMkLst>
        <pc:spChg chg="mod">
          <ac:chgData name="Aaron Hamilton" userId="18204c3e-02c8-4c76-b06e-0d252f35102f" providerId="ADAL" clId="{56C94A2A-6EA3-5B70-8EF3-378E9C7B2007}" dt="2026-10-04T16:22:08.022" v="18" actId="313"/>
          <ac:spMkLst>
            <pc:docMk/>
            <pc:sldMk cId="463772295" sldId="285"/>
            <ac:spMk id="8" creationId="{A15AE641-5C6E-5366-2CFB-62828EA19D86}"/>
          </ac:spMkLst>
        </pc:spChg>
      </pc:sldChg>
      <pc:sldChg chg="addSp delSp modSp add mod ord">
        <pc:chgData name="Aaron Hamilton" userId="18204c3e-02c8-4c76-b06e-0d252f35102f" providerId="ADAL" clId="{56C94A2A-6EA3-5B70-8EF3-378E9C7B2007}" dt="2026-10-04T16:24:15.970" v="269" actId="478"/>
        <pc:sldMkLst>
          <pc:docMk/>
          <pc:sldMk cId="2347342010" sldId="289"/>
        </pc:sldMkLst>
        <pc:spChg chg="mod">
          <ac:chgData name="Aaron Hamilton" userId="18204c3e-02c8-4c76-b06e-0d252f35102f" providerId="ADAL" clId="{56C94A2A-6EA3-5B70-8EF3-378E9C7B2007}" dt="2026-10-04T16:23:48.737" v="263" actId="20577"/>
          <ac:spMkLst>
            <pc:docMk/>
            <pc:sldMk cId="2347342010" sldId="289"/>
            <ac:spMk id="8" creationId="{C227C96F-FD69-EFB3-7EE8-62122179F056}"/>
          </ac:spMkLst>
        </pc:spChg>
        <pc:spChg chg="mod">
          <ac:chgData name="Aaron Hamilton" userId="18204c3e-02c8-4c76-b06e-0d252f35102f" providerId="ADAL" clId="{56C94A2A-6EA3-5B70-8EF3-378E9C7B2007}" dt="2026-10-04T16:20:54.090" v="13" actId="20577"/>
          <ac:spMkLst>
            <pc:docMk/>
            <pc:sldMk cId="2347342010" sldId="289"/>
            <ac:spMk id="9" creationId="{9F6DD530-A127-64C5-66EA-A259DAB7222D}"/>
          </ac:spMkLst>
        </pc:spChg>
      </pc:sldChg>
      <pc:sldChg chg="addSp delSp modSp add mod ord">
        <pc:chgData name="Aaron Hamilton" userId="18204c3e-02c8-4c76-b06e-0d252f35102f" providerId="ADAL" clId="{56C94A2A-6EA3-5B70-8EF3-378E9C7B2007}" dt="2026-10-06T09:47:59.343" v="1048" actId="478"/>
        <pc:sldMkLst>
          <pc:docMk/>
          <pc:sldMk cId="190967963" sldId="290"/>
        </pc:sldMkLst>
        <pc:spChg chg="add mod">
          <ac:chgData name="Aaron Hamilton" userId="18204c3e-02c8-4c76-b06e-0d252f35102f" providerId="ADAL" clId="{56C94A2A-6EA3-5B70-8EF3-378E9C7B2007}" dt="2026-10-06T09:45:52.182" v="791" actId="313"/>
          <ac:spMkLst>
            <pc:docMk/>
            <pc:sldMk cId="190967963" sldId="290"/>
            <ac:spMk id="7" creationId="{6D4DBD5C-726C-2E86-3FBD-15E0D9C2B1AE}"/>
          </ac:spMkLst>
        </pc:spChg>
        <pc:spChg chg="mod">
          <ac:chgData name="Aaron Hamilton" userId="18204c3e-02c8-4c76-b06e-0d252f35102f" providerId="ADAL" clId="{56C94A2A-6EA3-5B70-8EF3-378E9C7B2007}" dt="2026-10-06T09:42:49.490" v="492" actId="20577"/>
          <ac:spMkLst>
            <pc:docMk/>
            <pc:sldMk cId="190967963" sldId="290"/>
            <ac:spMk id="8" creationId="{246AB51D-F291-3EDE-C9F0-FC236DCC7F8C}"/>
          </ac:spMkLst>
        </pc:spChg>
        <pc:spChg chg="mod">
          <ac:chgData name="Aaron Hamilton" userId="18204c3e-02c8-4c76-b06e-0d252f35102f" providerId="ADAL" clId="{56C94A2A-6EA3-5B70-8EF3-378E9C7B2007}" dt="2026-10-06T09:41:31.922" v="322" actId="20577"/>
          <ac:spMkLst>
            <pc:docMk/>
            <pc:sldMk cId="190967963" sldId="290"/>
            <ac:spMk id="9" creationId="{01A556BA-DEAA-7112-F371-AB1D5B79EC98}"/>
          </ac:spMkLst>
        </pc:spChg>
        <pc:spChg chg="add mod">
          <ac:chgData name="Aaron Hamilton" userId="18204c3e-02c8-4c76-b06e-0d252f35102f" providerId="ADAL" clId="{56C94A2A-6EA3-5B70-8EF3-378E9C7B2007}" dt="2026-10-06T09:47:52.635" v="1047" actId="313"/>
          <ac:spMkLst>
            <pc:docMk/>
            <pc:sldMk cId="190967963" sldId="290"/>
            <ac:spMk id="12" creationId="{A3B0E664-0F5F-7B5A-BEDC-A65AACBC822B}"/>
          </ac:spMkLst>
        </pc:spChg>
      </pc:sldChg>
      <pc:sldChg chg="addSp delSp modSp add mod">
        <pc:chgData name="Aaron Hamilton" userId="18204c3e-02c8-4c76-b06e-0d252f35102f" providerId="ADAL" clId="{56C94A2A-6EA3-5B70-8EF3-378E9C7B2007}" dt="2026-10-06T10:28:54.683" v="1178" actId="20577"/>
        <pc:sldMkLst>
          <pc:docMk/>
          <pc:sldMk cId="2706933580" sldId="291"/>
        </pc:sldMkLst>
        <pc:spChg chg="mod">
          <ac:chgData name="Aaron Hamilton" userId="18204c3e-02c8-4c76-b06e-0d252f35102f" providerId="ADAL" clId="{56C94A2A-6EA3-5B70-8EF3-378E9C7B2007}" dt="2026-10-06T10:28:54.683" v="1178" actId="20577"/>
          <ac:spMkLst>
            <pc:docMk/>
            <pc:sldMk cId="2706933580" sldId="291"/>
            <ac:spMk id="8" creationId="{B1284C07-41A0-75EE-D270-8682EE1B785D}"/>
          </ac:spMkLst>
        </pc:spChg>
        <pc:spChg chg="mod">
          <ac:chgData name="Aaron Hamilton" userId="18204c3e-02c8-4c76-b06e-0d252f35102f" providerId="ADAL" clId="{56C94A2A-6EA3-5B70-8EF3-378E9C7B2007}" dt="2026-10-06T10:24:57.521" v="1078" actId="313"/>
          <ac:spMkLst>
            <pc:docMk/>
            <pc:sldMk cId="2706933580" sldId="291"/>
            <ac:spMk id="9" creationId="{B4351A18-0480-CA87-F3F0-0A7577986577}"/>
          </ac:spMkLst>
        </pc:spChg>
        <pc:picChg chg="add mod">
          <ac:chgData name="Aaron Hamilton" userId="18204c3e-02c8-4c76-b06e-0d252f35102f" providerId="ADAL" clId="{56C94A2A-6EA3-5B70-8EF3-378E9C7B2007}" dt="2026-10-06T10:28:09.840" v="1087" actId="1076"/>
          <ac:picMkLst>
            <pc:docMk/>
            <pc:sldMk cId="2706933580" sldId="291"/>
            <ac:picMk id="10" creationId="{F31DA15B-C619-5A7C-90DE-11AB467EA2CF}"/>
          </ac:picMkLst>
        </pc:picChg>
      </pc:sldChg>
      <pc:sldChg chg="modSp add mod ord">
        <pc:chgData name="Aaron Hamilton" userId="18204c3e-02c8-4c76-b06e-0d252f35102f" providerId="ADAL" clId="{56C94A2A-6EA3-5B70-8EF3-378E9C7B2007}" dt="2026-10-07T12:31:00.450" v="1195" actId="1076"/>
        <pc:sldMkLst>
          <pc:docMk/>
          <pc:sldMk cId="2319327202" sldId="292"/>
        </pc:sldMkLst>
        <pc:spChg chg="mod">
          <ac:chgData name="Aaron Hamilton" userId="18204c3e-02c8-4c76-b06e-0d252f35102f" providerId="ADAL" clId="{56C94A2A-6EA3-5B70-8EF3-378E9C7B2007}" dt="2026-10-07T12:31:00.450" v="1195" actId="1076"/>
          <ac:spMkLst>
            <pc:docMk/>
            <pc:sldMk cId="2319327202" sldId="292"/>
            <ac:spMk id="9" creationId="{F1C790DE-DE9C-E2B4-5F90-8AD84DE9F94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A69D-B41C-3F4F-B1D3-33124D18B25E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6723D5-B88C-DC4A-99B9-F7A549FFB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10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6723D5-B88C-DC4A-99B9-F7A549FFB6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31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flutter.dev/" TargetMode="External"/><Relationship Id="rId3" Type="http://schemas.openxmlformats.org/officeDocument/2006/relationships/hyperlink" Target="https://dart.dev/" TargetMode="External"/><Relationship Id="rId7" Type="http://schemas.openxmlformats.org/officeDocument/2006/relationships/hyperlink" Target="https://docs.flutter.dev/resources/architectural-overview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flutter.dev/app-architecture/concepts" TargetMode="External"/><Relationship Id="rId11" Type="http://schemas.openxmlformats.org/officeDocument/2006/relationships/image" Target="../media/image12.png"/><Relationship Id="rId5" Type="http://schemas.openxmlformats.org/officeDocument/2006/relationships/hyperlink" Target="https://docs.flutter.dev/ui" TargetMode="External"/><Relationship Id="rId10" Type="http://schemas.openxmlformats.org/officeDocument/2006/relationships/hyperlink" Target="https://docs.flutter.dev/learn/pathway/how-flutter-works" TargetMode="External"/><Relationship Id="rId4" Type="http://schemas.openxmlformats.org/officeDocument/2006/relationships/hyperlink" Target="https://docs.flutter.dev/ui/widgets/basics" TargetMode="External"/><Relationship Id="rId9" Type="http://schemas.openxmlformats.org/officeDocument/2006/relationships/hyperlink" Target="https://docs.flutter.dev/reference/widgets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EAD32-8A03-6EE4-BA29-56AAF5A1D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EB213D6-AD76-E7FB-D059-12F1D4CE81A0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48A54105-D8F2-4878-B93F-37140FE777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281EB46-89B4-FEE5-ECF5-349B0AB0D39A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0B75BFB-65B8-523D-EC53-36A7845D80BE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7A1E58-0980-2AA3-CD13-2E4B663E93E5}"/>
              </a:ext>
            </a:extLst>
          </p:cNvPr>
          <p:cNvSpPr txBox="1"/>
          <p:nvPr/>
        </p:nvSpPr>
        <p:spPr>
          <a:xfrm>
            <a:off x="2974376" y="2105561"/>
            <a:ext cx="6243248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>
                <a:solidFill>
                  <a:srgbClr val="415F91"/>
                </a:solidFill>
              </a:rPr>
              <a:t>Flutter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198ECF3-AACA-2793-BFF4-F197C461D923}"/>
              </a:ext>
            </a:extLst>
          </p:cNvPr>
          <p:cNvSpPr txBox="1"/>
          <p:nvPr/>
        </p:nvSpPr>
        <p:spPr>
          <a:xfrm>
            <a:off x="0" y="655687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Aaron Hamilton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(B00869530)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Asim Mian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(B01813743)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Iram Rafique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</a:t>
            </a:r>
            <a:r>
              <a:rPr lang="en-GB" sz="1200">
                <a:solidFill>
                  <a:srgbClr val="191C20"/>
                </a:solidFill>
                <a:latin typeface="Aptos Light" panose="020B0004020202020204" pitchFamily="34" charset="0"/>
              </a:rPr>
              <a:t>B00858434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Paul Bennett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</a:t>
            </a:r>
            <a:r>
              <a:rPr lang="en-GB" sz="1200">
                <a:solidFill>
                  <a:srgbClr val="191C20"/>
                </a:solidFill>
                <a:latin typeface="Aptos Light" panose="020B0004020202020204" pitchFamily="34" charset="0"/>
              </a:rPr>
              <a:t>B01817143)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 </a:t>
            </a:r>
            <a:endParaRPr lang="en-GB">
              <a:solidFill>
                <a:srgbClr val="191C2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745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FC4E5F-3514-71C9-9C29-D2320115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2193BDA-C2F3-1C2F-629D-4568A6309BF6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B492B964-7358-DBDC-8ECE-623A4D734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FBFA5C0-9B1F-FD07-E4C5-46C66214AF82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9075074-A08C-E856-A517-0BB21F802453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A650E-D01A-0826-1EC8-7A3E5858D258}"/>
              </a:ext>
            </a:extLst>
          </p:cNvPr>
          <p:cNvSpPr txBox="1"/>
          <p:nvPr/>
        </p:nvSpPr>
        <p:spPr>
          <a:xfrm>
            <a:off x="3584318" y="101067"/>
            <a:ext cx="50233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Introduction to Flutter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5AE641-5C6E-5366-2CFB-62828EA19D86}"/>
              </a:ext>
            </a:extLst>
          </p:cNvPr>
          <p:cNvSpPr txBox="1"/>
          <p:nvPr/>
        </p:nvSpPr>
        <p:spPr>
          <a:xfrm>
            <a:off x="886588" y="986964"/>
            <a:ext cx="104188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Flutter is a cross-platform UI Framework that was created by Google, this allows developers to create one codebase and deploy on multiple platforms.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Flutter is a Declarative UI builder that uses Dart programming language.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Flutter has a rich set of pre-built widgets for creating modern, responsive user interfaces.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First stable build was released in 2018.</a:t>
            </a:r>
            <a:br>
              <a:rPr lang="en-US">
                <a:solidFill>
                  <a:srgbClr val="191C20"/>
                </a:solidFill>
              </a:rPr>
            </a:br>
            <a:br>
              <a:rPr lang="en-US">
                <a:solidFill>
                  <a:srgbClr val="191C20"/>
                </a:solidFill>
              </a:rPr>
            </a:br>
            <a:r>
              <a:rPr lang="en-US">
                <a:solidFill>
                  <a:srgbClr val="191C20"/>
                </a:solidFill>
              </a:rPr>
              <a:t>The platforms that Flutter support.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E57219D-BEE4-A763-5BC3-C9D8B38314D2}"/>
              </a:ext>
            </a:extLst>
          </p:cNvPr>
          <p:cNvGrpSpPr/>
          <p:nvPr/>
        </p:nvGrpSpPr>
        <p:grpSpPr>
          <a:xfrm>
            <a:off x="1027543" y="4736154"/>
            <a:ext cx="10363117" cy="1473901"/>
            <a:chOff x="1027543" y="4736154"/>
            <a:chExt cx="10363117" cy="1473901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A9E36052-A37C-A25B-3024-99A9521576B9}"/>
                </a:ext>
              </a:extLst>
            </p:cNvPr>
            <p:cNvGrpSpPr/>
            <p:nvPr/>
          </p:nvGrpSpPr>
          <p:grpSpPr>
            <a:xfrm>
              <a:off x="1027543" y="4736154"/>
              <a:ext cx="10363117" cy="1473901"/>
              <a:chOff x="1027543" y="4646424"/>
              <a:chExt cx="10363117" cy="1473901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D8F92ED-2D9F-D2B5-F703-F99F99311B43}"/>
                  </a:ext>
                </a:extLst>
              </p:cNvPr>
              <p:cNvGrpSpPr/>
              <p:nvPr/>
            </p:nvGrpSpPr>
            <p:grpSpPr>
              <a:xfrm>
                <a:off x="1027543" y="4650341"/>
                <a:ext cx="1469984" cy="1469984"/>
                <a:chOff x="5361006" y="5286949"/>
                <a:chExt cx="1469984" cy="1469984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4A4E7E0-38B4-043A-3AA1-998491B5F78F}"/>
                    </a:ext>
                  </a:extLst>
                </p:cNvPr>
                <p:cNvSpPr/>
                <p:nvPr/>
              </p:nvSpPr>
              <p:spPr>
                <a:xfrm>
                  <a:off x="5361006" y="5286949"/>
                  <a:ext cx="1469984" cy="1469984"/>
                </a:xfrm>
                <a:prstGeom prst="rect">
                  <a:avLst/>
                </a:prstGeom>
                <a:solidFill>
                  <a:srgbClr val="D6E3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  <a:p>
                  <a:pPr algn="ctr"/>
                  <a:endParaRPr lang="en-US"/>
                </a:p>
                <a:p>
                  <a:pPr algn="ctr"/>
                  <a:endParaRPr lang="en-US"/>
                </a:p>
                <a:p>
                  <a:pPr algn="ctr"/>
                  <a:endParaRPr lang="en-US"/>
                </a:p>
                <a:p>
                  <a:pPr algn="ctr"/>
                  <a:r>
                    <a:rPr lang="en-US">
                      <a:solidFill>
                        <a:srgbClr val="284777"/>
                      </a:solidFill>
                      <a:latin typeface="Aptos Light" panose="020B0004020202020204" pitchFamily="34" charset="0"/>
                    </a:rPr>
                    <a:t>Android</a:t>
                  </a:r>
                </a:p>
              </p:txBody>
            </p:sp>
            <p:pic>
              <p:nvPicPr>
                <p:cNvPr id="12" name="Picture 11" descr="Brand guidelines | Branding &amp; Marketing | Android Developers">
                  <a:extLst>
                    <a:ext uri="{FF2B5EF4-FFF2-40B4-BE49-F238E27FC236}">
                      <a16:creationId xmlns:a16="http://schemas.microsoft.com/office/drawing/2014/main" id="{F5279A12-D25C-12AA-0E01-191B45CA67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669194" y="5613263"/>
                  <a:ext cx="853607" cy="515545"/>
                </a:xfrm>
                <a:prstGeom prst="rect">
                  <a:avLst/>
                </a:prstGeom>
              </p:spPr>
            </p:pic>
          </p:grp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6678175-949D-AFC7-BF74-18B0C0E947C3}"/>
                  </a:ext>
                </a:extLst>
              </p:cNvPr>
              <p:cNvSpPr/>
              <p:nvPr/>
            </p:nvSpPr>
            <p:spPr>
              <a:xfrm>
                <a:off x="2800450" y="4650341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Web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66311CD-2174-2C9D-EC8F-59F59BC060E8}"/>
                  </a:ext>
                </a:extLst>
              </p:cNvPr>
              <p:cNvSpPr/>
              <p:nvPr/>
            </p:nvSpPr>
            <p:spPr>
              <a:xfrm>
                <a:off x="6364332" y="4646424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macOS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D4E81D9-0330-BA3E-B7EE-BC076D3A6F65}"/>
                  </a:ext>
                </a:extLst>
              </p:cNvPr>
              <p:cNvSpPr/>
              <p:nvPr/>
            </p:nvSpPr>
            <p:spPr>
              <a:xfrm>
                <a:off x="8142504" y="4646424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Windows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8CC03747-4160-BEBD-69F7-FD73B076EF27}"/>
                  </a:ext>
                </a:extLst>
              </p:cNvPr>
              <p:cNvSpPr/>
              <p:nvPr/>
            </p:nvSpPr>
            <p:spPr>
              <a:xfrm>
                <a:off x="9920676" y="4646424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Linux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5261AA6-BDBC-61C6-C5D3-5F01F9E29AC1}"/>
                  </a:ext>
                </a:extLst>
              </p:cNvPr>
              <p:cNvSpPr/>
              <p:nvPr/>
            </p:nvSpPr>
            <p:spPr>
              <a:xfrm>
                <a:off x="4582391" y="4650341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iOS</a:t>
                </a:r>
              </a:p>
            </p:txBody>
          </p:sp>
        </p:grpSp>
        <p:pic>
          <p:nvPicPr>
            <p:cNvPr id="30" name="Picture 29" descr="File:Google Chrome icon (February 2022).svg - Wikimedia Commons">
              <a:extLst>
                <a:ext uri="{FF2B5EF4-FFF2-40B4-BE49-F238E27FC236}">
                  <a16:creationId xmlns:a16="http://schemas.microsoft.com/office/drawing/2014/main" id="{D9575442-FF93-72C8-B22F-A52DB3969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188667" y="4969525"/>
              <a:ext cx="701429" cy="701429"/>
            </a:xfrm>
            <a:prstGeom prst="rect">
              <a:avLst/>
            </a:prstGeom>
          </p:spPr>
        </p:pic>
        <p:pic>
          <p:nvPicPr>
            <p:cNvPr id="31" name="Picture 30" descr="iOS 26 | Apple Wiki | Fandom">
              <a:extLst>
                <a:ext uri="{FF2B5EF4-FFF2-40B4-BE49-F238E27FC236}">
                  <a16:creationId xmlns:a16="http://schemas.microsoft.com/office/drawing/2014/main" id="{211694CF-C726-7FB9-09B1-B6F4740D5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909389" y="4969525"/>
              <a:ext cx="812219" cy="812219"/>
            </a:xfrm>
            <a:prstGeom prst="rect">
              <a:avLst/>
            </a:prstGeom>
          </p:spPr>
        </p:pic>
        <p:pic>
          <p:nvPicPr>
            <p:cNvPr id="32" name="Picture 31" descr="File:MacOS logo.svg - Wikimedia Commons">
              <a:extLst>
                <a:ext uri="{FF2B5EF4-FFF2-40B4-BE49-F238E27FC236}">
                  <a16:creationId xmlns:a16="http://schemas.microsoft.com/office/drawing/2014/main" id="{5B85A7AD-B5FC-62EC-F247-A3F4AA5398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40617" y="5018811"/>
              <a:ext cx="713645" cy="713645"/>
            </a:xfrm>
            <a:prstGeom prst="rect">
              <a:avLst/>
            </a:prstGeom>
          </p:spPr>
        </p:pic>
        <p:pic>
          <p:nvPicPr>
            <p:cNvPr id="33" name="Picture 32" descr="File:Logo Windows 11.webp - Wikimedia Commons">
              <a:extLst>
                <a:ext uri="{FF2B5EF4-FFF2-40B4-BE49-F238E27FC236}">
                  <a16:creationId xmlns:a16="http://schemas.microsoft.com/office/drawing/2014/main" id="{095C0A62-622E-A0E8-0C81-780C997BF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33742" y="5018811"/>
              <a:ext cx="687507" cy="687507"/>
            </a:xfrm>
            <a:prstGeom prst="rect">
              <a:avLst/>
            </a:prstGeom>
          </p:spPr>
        </p:pic>
        <p:pic>
          <p:nvPicPr>
            <p:cNvPr id="34" name="Picture 33" descr="File:Tux.svg - Wikimedia Commons">
              <a:extLst>
                <a:ext uri="{FF2B5EF4-FFF2-40B4-BE49-F238E27FC236}">
                  <a16:creationId xmlns:a16="http://schemas.microsoft.com/office/drawing/2014/main" id="{BB7E0F62-2D7D-33E1-0C00-75F52D4AA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366075" y="5045880"/>
              <a:ext cx="579185" cy="686576"/>
            </a:xfrm>
            <a:prstGeom prst="rect">
              <a:avLst/>
            </a:prstGeom>
          </p:spPr>
        </p:pic>
      </p:grpSp>
      <p:pic>
        <p:nvPicPr>
          <p:cNvPr id="2" name="Picture 1" descr="File:Dart-logo-icon.svg - Wikimedia Commons">
            <a:extLst>
              <a:ext uri="{FF2B5EF4-FFF2-40B4-BE49-F238E27FC236}">
                <a16:creationId xmlns:a16="http://schemas.microsoft.com/office/drawing/2014/main" id="{918BEFA8-8520-A954-5BCB-36606D3243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118480" y="715756"/>
            <a:ext cx="5151009" cy="51510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36F09E7-9CBB-6CB0-39AF-4E7D5CDB02A3}"/>
              </a:ext>
            </a:extLst>
          </p:cNvPr>
          <p:cNvSpPr/>
          <p:nvPr/>
        </p:nvSpPr>
        <p:spPr>
          <a:xfrm>
            <a:off x="-2986270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77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88286A-D3DC-9423-72B1-787A57EC7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B26AD59-32A6-3497-8815-897A2B3ED757}"/>
              </a:ext>
            </a:extLst>
          </p:cNvPr>
          <p:cNvGrpSpPr/>
          <p:nvPr/>
        </p:nvGrpSpPr>
        <p:grpSpPr>
          <a:xfrm>
            <a:off x="12195943" y="0"/>
            <a:ext cx="5151009" cy="6858000"/>
            <a:chOff x="9221249" y="0"/>
            <a:chExt cx="5151009" cy="6858000"/>
          </a:xfrm>
        </p:grpSpPr>
        <p:pic>
          <p:nvPicPr>
            <p:cNvPr id="11" name="Picture 10" descr="File:Dart-logo-icon.svg - Wikimedia Commons">
              <a:extLst>
                <a:ext uri="{FF2B5EF4-FFF2-40B4-BE49-F238E27FC236}">
                  <a16:creationId xmlns:a16="http://schemas.microsoft.com/office/drawing/2014/main" id="{9BE0F5F2-4376-B765-1F83-46DC48E49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21249" y="738659"/>
              <a:ext cx="5151009" cy="5151009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FFFDAC6-2D2B-F910-5460-D13B41717018}"/>
                </a:ext>
              </a:extLst>
            </p:cNvPr>
            <p:cNvSpPr/>
            <p:nvPr/>
          </p:nvSpPr>
          <p:spPr>
            <a:xfrm rot="10800000">
              <a:off x="9221249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55727DD-ADD7-D099-0E63-C75C4C6A1809}"/>
              </a:ext>
            </a:extLst>
          </p:cNvPr>
          <p:cNvGrpSpPr/>
          <p:nvPr/>
        </p:nvGrpSpPr>
        <p:grpSpPr>
          <a:xfrm>
            <a:off x="-7066572" y="0"/>
            <a:ext cx="6835888" cy="6858000"/>
            <a:chOff x="-2390401" y="0"/>
            <a:chExt cx="6835889" cy="6858000"/>
          </a:xfrm>
        </p:grpSpPr>
        <p:pic>
          <p:nvPicPr>
            <p:cNvPr id="6" name="Picture 5" descr="Flutter Logo | SVG | Real Company | Alphabet, Letter F Logo">
              <a:extLst>
                <a:ext uri="{FF2B5EF4-FFF2-40B4-BE49-F238E27FC236}">
                  <a16:creationId xmlns:a16="http://schemas.microsoft.com/office/drawing/2014/main" id="{F010047D-75A7-EF06-8B05-E446035C9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510CDB2-08E3-0C63-14CD-70C2C9CD35BD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 descr="File:Dart-logo-icon.svg - Wikimedia Commons">
            <a:extLst>
              <a:ext uri="{FF2B5EF4-FFF2-40B4-BE49-F238E27FC236}">
                <a16:creationId xmlns:a16="http://schemas.microsoft.com/office/drawing/2014/main" id="{4277F781-E879-24A4-E25E-0F7A69C02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32210" y="715756"/>
            <a:ext cx="5151009" cy="515100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E51EADF-8503-7114-EE49-6518E5222DDE}"/>
              </a:ext>
            </a:extLst>
          </p:cNvPr>
          <p:cNvSpPr/>
          <p:nvPr/>
        </p:nvSpPr>
        <p:spPr>
          <a:xfrm>
            <a:off x="0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A8E8A9-6C14-6CF9-61E1-2A89D5BF3DA4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0CFB5B-4ED6-8209-D801-7C8831658946}"/>
              </a:ext>
            </a:extLst>
          </p:cNvPr>
          <p:cNvSpPr txBox="1"/>
          <p:nvPr/>
        </p:nvSpPr>
        <p:spPr>
          <a:xfrm>
            <a:off x="3833393" y="101067"/>
            <a:ext cx="45252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Introduction to Dart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B67AA8-4FE4-D3C1-B2E5-F51F5D684CC3}"/>
              </a:ext>
            </a:extLst>
          </p:cNvPr>
          <p:cNvSpPr txBox="1"/>
          <p:nvPr/>
        </p:nvSpPr>
        <p:spPr>
          <a:xfrm>
            <a:off x="886589" y="2453404"/>
            <a:ext cx="104188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Dart is an Open-Source Programming Language that was also developed by Google.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It’s used in many application like; Mobile, Web, server and Internet of Things (IoT)</a:t>
            </a:r>
            <a:br>
              <a:rPr lang="en-US">
                <a:solidFill>
                  <a:srgbClr val="191C20"/>
                </a:solidFill>
              </a:rPr>
            </a:br>
            <a:br>
              <a:rPr lang="en-US">
                <a:solidFill>
                  <a:srgbClr val="191C20"/>
                </a:solidFill>
              </a:rPr>
            </a:br>
            <a:r>
              <a:rPr lang="en-US">
                <a:solidFill>
                  <a:srgbClr val="191C20"/>
                </a:solidFill>
              </a:rPr>
              <a:t>It was designed to replace JavaScript for Web but was redesigned.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Flutter was built around Dart and it is fast and easy to learn.</a:t>
            </a:r>
          </a:p>
        </p:txBody>
      </p:sp>
    </p:spTree>
    <p:extLst>
      <p:ext uri="{BB962C8B-B14F-4D97-AF65-F5344CB8AC3E}">
        <p14:creationId xmlns:p14="http://schemas.microsoft.com/office/powerpoint/2010/main" val="760331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31263F-A4F7-0B86-88E5-E861EA40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File:Dart-logo-icon.svg - Wikimedia Commons">
            <a:extLst>
              <a:ext uri="{FF2B5EF4-FFF2-40B4-BE49-F238E27FC236}">
                <a16:creationId xmlns:a16="http://schemas.microsoft.com/office/drawing/2014/main" id="{0F6073B6-68A2-8FF4-6298-3F8AB3294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025882" y="715756"/>
            <a:ext cx="5151009" cy="51510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D95687A-B3D1-0DF2-6E02-B17D254A0069}"/>
              </a:ext>
            </a:extLst>
          </p:cNvPr>
          <p:cNvSpPr/>
          <p:nvPr/>
        </p:nvSpPr>
        <p:spPr>
          <a:xfrm>
            <a:off x="-2893672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905AD3-00A7-F8B1-9DDE-C5EB2EEEA352}"/>
              </a:ext>
            </a:extLst>
          </p:cNvPr>
          <p:cNvGrpSpPr/>
          <p:nvPr/>
        </p:nvGrpSpPr>
        <p:grpSpPr>
          <a:xfrm>
            <a:off x="9221249" y="0"/>
            <a:ext cx="5151009" cy="6858000"/>
            <a:chOff x="9221249" y="0"/>
            <a:chExt cx="5151009" cy="6858000"/>
          </a:xfrm>
        </p:grpSpPr>
        <p:pic>
          <p:nvPicPr>
            <p:cNvPr id="2" name="Picture 1" descr="File:Dart-logo-icon.svg - Wikimedia Commons">
              <a:extLst>
                <a:ext uri="{FF2B5EF4-FFF2-40B4-BE49-F238E27FC236}">
                  <a16:creationId xmlns:a16="http://schemas.microsoft.com/office/drawing/2014/main" id="{96A2571F-0942-7E67-587F-16025B69A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21249" y="738659"/>
              <a:ext cx="5151009" cy="5151009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9D68682-2BFF-374C-EDAD-EC8E67C6017A}"/>
                </a:ext>
              </a:extLst>
            </p:cNvPr>
            <p:cNvSpPr/>
            <p:nvPr/>
          </p:nvSpPr>
          <p:spPr>
            <a:xfrm rot="10800000">
              <a:off x="9221249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10438BC-9C68-3B65-5E8F-46C1493A13A0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F1794A1F-65F3-C101-5E4B-F4E7740D0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6DD8379-33E0-6786-5D5A-DDC181F85A5C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389F35B-1ADA-8866-7047-082448C2F032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5EF5A-E921-D940-2619-E08830B1A6D5}"/>
              </a:ext>
            </a:extLst>
          </p:cNvPr>
          <p:cNvSpPr txBox="1"/>
          <p:nvPr/>
        </p:nvSpPr>
        <p:spPr>
          <a:xfrm>
            <a:off x="2074556" y="101067"/>
            <a:ext cx="80429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Relationship between Flutter &amp; Dart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8DA650-5CBE-2898-B64E-F5C4531E63AD}"/>
              </a:ext>
            </a:extLst>
          </p:cNvPr>
          <p:cNvSpPr/>
          <p:nvPr/>
        </p:nvSpPr>
        <p:spPr>
          <a:xfrm>
            <a:off x="1033490" y="1626343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284777"/>
                </a:solidFill>
              </a:rPr>
              <a:t>Flutter is the tool/Framework used to build UI for apps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55D358-FDD3-02DE-BD37-C7E931746CFC}"/>
              </a:ext>
            </a:extLst>
          </p:cNvPr>
          <p:cNvSpPr/>
          <p:nvPr/>
        </p:nvSpPr>
        <p:spPr>
          <a:xfrm>
            <a:off x="1033490" y="3473945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284777"/>
                </a:solidFill>
              </a:rPr>
              <a:t>Flutter depends on Dart to Run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D8B619-483F-379C-028F-637B4EBA1640}"/>
              </a:ext>
            </a:extLst>
          </p:cNvPr>
          <p:cNvSpPr/>
          <p:nvPr/>
        </p:nvSpPr>
        <p:spPr>
          <a:xfrm>
            <a:off x="3583248" y="2404533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284777"/>
                </a:solidFill>
              </a:rPr>
              <a:t>Flutter is a Declarative UI Builder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21E436-6B6D-CD66-706A-42F949F7724E}"/>
              </a:ext>
            </a:extLst>
          </p:cNvPr>
          <p:cNvSpPr/>
          <p:nvPr/>
        </p:nvSpPr>
        <p:spPr>
          <a:xfrm>
            <a:off x="3583248" y="4252135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284777"/>
                </a:solidFill>
              </a:rPr>
              <a:t>Together help create a Multiplatform Application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C6050D-2906-ADC8-91F2-73374E058DE4}"/>
              </a:ext>
            </a:extLst>
          </p:cNvPr>
          <p:cNvSpPr/>
          <p:nvPr/>
        </p:nvSpPr>
        <p:spPr>
          <a:xfrm>
            <a:off x="6201503" y="2404533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73E5C"/>
                </a:solidFill>
              </a:rPr>
              <a:t>Dart controls the logic and behavior of the app.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52B645A-681F-C875-BED2-8753DA7565D7}"/>
              </a:ext>
            </a:extLst>
          </p:cNvPr>
          <p:cNvSpPr/>
          <p:nvPr/>
        </p:nvSpPr>
        <p:spPr>
          <a:xfrm>
            <a:off x="6201503" y="4252135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GB">
                <a:solidFill>
                  <a:srgbClr val="573E5C"/>
                </a:solidFill>
                <a:latin typeface="Aptos" panose="020B0004020202020204" pitchFamily="34" charset="0"/>
                <a:ea typeface="Calibri"/>
                <a:cs typeface="Calibri"/>
              </a:rPr>
              <a:t>Dart makes Flutter fast and smooth.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3918F21-5FDD-DE40-9590-1F4CBB0E1B9A}"/>
              </a:ext>
            </a:extLst>
          </p:cNvPr>
          <p:cNvSpPr/>
          <p:nvPr/>
        </p:nvSpPr>
        <p:spPr>
          <a:xfrm>
            <a:off x="8708927" y="1626343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rgbClr val="573E5C"/>
                </a:solidFill>
                <a:latin typeface="Aptos" panose="020B0004020202020204" pitchFamily="34" charset="0"/>
                <a:ea typeface="Calibri"/>
                <a:cs typeface="Calibri"/>
              </a:rPr>
              <a:t>Dart is the programming language used to write the app code.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4DBA46-7BDF-15A1-BB3B-4E44BB205772}"/>
              </a:ext>
            </a:extLst>
          </p:cNvPr>
          <p:cNvSpPr/>
          <p:nvPr/>
        </p:nvSpPr>
        <p:spPr>
          <a:xfrm>
            <a:off x="8708927" y="3473945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73E5C"/>
                </a:solidFill>
              </a:rPr>
              <a:t>Dart can be used on its own (web, server, etc.).</a:t>
            </a:r>
          </a:p>
        </p:txBody>
      </p:sp>
    </p:spTree>
    <p:extLst>
      <p:ext uri="{BB962C8B-B14F-4D97-AF65-F5344CB8AC3E}">
        <p14:creationId xmlns:p14="http://schemas.microsoft.com/office/powerpoint/2010/main" val="995733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45EC0-9A59-983E-9520-115152661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9E7555A-2785-ACB6-62A4-5C0519537D06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13EE28B1-21CA-B4C7-D37D-853AF2A696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25C4C27-4E12-A863-950D-94F596F470AA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0FB271-8C0D-50BD-BAEF-53F5838EB16D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85EEB4-08FA-A8F5-B9D8-4CC2695FE9B4}"/>
              </a:ext>
            </a:extLst>
          </p:cNvPr>
          <p:cNvSpPr txBox="1"/>
          <p:nvPr/>
        </p:nvSpPr>
        <p:spPr>
          <a:xfrm>
            <a:off x="3968668" y="101067"/>
            <a:ext cx="42546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How Flutter Works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8B953A-5474-9C54-9E50-CE81356EA214}"/>
              </a:ext>
            </a:extLst>
          </p:cNvPr>
          <p:cNvSpPr/>
          <p:nvPr/>
        </p:nvSpPr>
        <p:spPr>
          <a:xfrm>
            <a:off x="4571488" y="912014"/>
            <a:ext cx="3175026" cy="973666"/>
          </a:xfrm>
          <a:prstGeom prst="rect">
            <a:avLst/>
          </a:prstGeom>
          <a:solidFill>
            <a:srgbClr val="FFDA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8B8F3A-CE07-3CFE-00D0-3E9F8284A12A}"/>
              </a:ext>
            </a:extLst>
          </p:cNvPr>
          <p:cNvSpPr txBox="1"/>
          <p:nvPr/>
        </p:nvSpPr>
        <p:spPr>
          <a:xfrm rot="16200000">
            <a:off x="4225528" y="1214180"/>
            <a:ext cx="1061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BA1A1A"/>
                </a:solidFill>
              </a:rPr>
              <a:t>Dart App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FE5BE-3230-96A5-8D94-54DC74FB455A}"/>
              </a:ext>
            </a:extLst>
          </p:cNvPr>
          <p:cNvSpPr txBox="1"/>
          <p:nvPr/>
        </p:nvSpPr>
        <p:spPr>
          <a:xfrm>
            <a:off x="4836144" y="912014"/>
            <a:ext cx="29103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93000A"/>
                </a:solidFill>
              </a:rPr>
              <a:t>It composes the widgets in the UI.</a:t>
            </a:r>
          </a:p>
          <a:p>
            <a:pPr algn="ctr"/>
            <a:endParaRPr lang="en-US" sz="1400">
              <a:solidFill>
                <a:srgbClr val="93000A"/>
              </a:solidFill>
            </a:endParaRPr>
          </a:p>
          <a:p>
            <a:pPr algn="ctr"/>
            <a:r>
              <a:rPr lang="en-US" sz="1400">
                <a:solidFill>
                  <a:srgbClr val="93000A"/>
                </a:solidFill>
              </a:rPr>
              <a:t>Implementation of the business Logic.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32AE8F4-08DC-932B-CC65-82D29079663B}"/>
              </a:ext>
            </a:extLst>
          </p:cNvPr>
          <p:cNvSpPr/>
          <p:nvPr/>
        </p:nvSpPr>
        <p:spPr>
          <a:xfrm>
            <a:off x="4571488" y="1942854"/>
            <a:ext cx="3175026" cy="973666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829B22-C22C-9B98-60A4-E3C7D24AE34F}"/>
              </a:ext>
            </a:extLst>
          </p:cNvPr>
          <p:cNvSpPr txBox="1"/>
          <p:nvPr/>
        </p:nvSpPr>
        <p:spPr>
          <a:xfrm rot="16200000">
            <a:off x="4199848" y="2285994"/>
            <a:ext cx="1051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solidFill>
                  <a:srgbClr val="705575"/>
                </a:solidFill>
              </a:rPr>
              <a:t>Framework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478450-12FF-E22C-884F-5DF987B1A3F9}"/>
              </a:ext>
            </a:extLst>
          </p:cNvPr>
          <p:cNvSpPr txBox="1"/>
          <p:nvPr/>
        </p:nvSpPr>
        <p:spPr>
          <a:xfrm>
            <a:off x="4697574" y="1942854"/>
            <a:ext cx="3107278" cy="884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573E5C"/>
                </a:solidFill>
              </a:rPr>
              <a:t>Provides the high-level APIs.</a:t>
            </a:r>
          </a:p>
          <a:p>
            <a:pPr algn="ctr"/>
            <a:r>
              <a:rPr lang="en-US" sz="1050">
                <a:solidFill>
                  <a:srgbClr val="573E5C"/>
                </a:solidFill>
              </a:rPr>
              <a:t>(Widgets, gestures, text input &amp; accessibility)</a:t>
            </a:r>
          </a:p>
          <a:p>
            <a:pPr algn="ctr"/>
            <a:endParaRPr lang="en-US" sz="1400">
              <a:solidFill>
                <a:srgbClr val="573E5C"/>
              </a:solidFill>
            </a:endParaRPr>
          </a:p>
          <a:p>
            <a:pPr algn="ctr"/>
            <a:r>
              <a:rPr lang="en-US" sz="1300">
                <a:solidFill>
                  <a:srgbClr val="573E5C"/>
                </a:solidFill>
              </a:rPr>
              <a:t>Turns the Widget Tree into a visual scene.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CE80D75-7150-EE28-E178-ECE85C79B6D5}"/>
              </a:ext>
            </a:extLst>
          </p:cNvPr>
          <p:cNvSpPr/>
          <p:nvPr/>
        </p:nvSpPr>
        <p:spPr>
          <a:xfrm>
            <a:off x="4572085" y="2973696"/>
            <a:ext cx="3175026" cy="1384994"/>
          </a:xfrm>
          <a:prstGeom prst="rect">
            <a:avLst/>
          </a:prstGeom>
          <a:solidFill>
            <a:srgbClr val="DAE2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rgbClr val="DAE2F9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A5FC02-81D0-6009-71E9-E84D562FD8C9}"/>
              </a:ext>
            </a:extLst>
          </p:cNvPr>
          <p:cNvSpPr txBox="1"/>
          <p:nvPr/>
        </p:nvSpPr>
        <p:spPr>
          <a:xfrm rot="16200000">
            <a:off x="4329393" y="3481526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705575"/>
                </a:solidFill>
              </a:rPr>
              <a:t>Engine</a:t>
            </a:r>
            <a:endParaRPr lang="en-US" sz="1400">
              <a:solidFill>
                <a:srgbClr val="705575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07BB26-1E78-4519-07CB-8B2B2DAD96E8}"/>
              </a:ext>
            </a:extLst>
          </p:cNvPr>
          <p:cNvSpPr txBox="1"/>
          <p:nvPr/>
        </p:nvSpPr>
        <p:spPr>
          <a:xfrm>
            <a:off x="4941419" y="2973694"/>
            <a:ext cx="280569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283141"/>
                </a:solidFill>
              </a:rPr>
              <a:t>Draws Graphics and Text.</a:t>
            </a:r>
          </a:p>
          <a:p>
            <a:pPr algn="ctr"/>
            <a:r>
              <a:rPr lang="en-US" sz="1400">
                <a:solidFill>
                  <a:srgbClr val="283141"/>
                </a:solidFill>
              </a:rPr>
              <a:t>Runs the Dart runtime.</a:t>
            </a:r>
          </a:p>
          <a:p>
            <a:pPr algn="ctr"/>
            <a:r>
              <a:rPr lang="en-US" sz="1400">
                <a:solidFill>
                  <a:srgbClr val="283141"/>
                </a:solidFill>
              </a:rPr>
              <a:t>Provides low-level Flutter API through </a:t>
            </a:r>
            <a:r>
              <a:rPr lang="en-US" sz="1400" err="1">
                <a:solidFill>
                  <a:srgbClr val="283141"/>
                </a:solidFill>
              </a:rPr>
              <a:t>dart:ui</a:t>
            </a:r>
            <a:r>
              <a:rPr lang="en-US" sz="1400">
                <a:solidFill>
                  <a:srgbClr val="283141"/>
                </a:solidFill>
              </a:rPr>
              <a:t>.</a:t>
            </a:r>
          </a:p>
          <a:p>
            <a:pPr algn="ctr"/>
            <a:r>
              <a:rPr lang="en-US" sz="1400">
                <a:solidFill>
                  <a:srgbClr val="283141"/>
                </a:solidFill>
              </a:rPr>
              <a:t>Connects to the platform using the Embedder API.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69F5AE-B0DF-553F-3711-32F64CF64DB0}"/>
              </a:ext>
            </a:extLst>
          </p:cNvPr>
          <p:cNvSpPr/>
          <p:nvPr/>
        </p:nvSpPr>
        <p:spPr>
          <a:xfrm>
            <a:off x="4571487" y="4415864"/>
            <a:ext cx="3175026" cy="116955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rgbClr val="DAE2F9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9580FF-D6A9-98CF-7E34-9D943F97F059}"/>
              </a:ext>
            </a:extLst>
          </p:cNvPr>
          <p:cNvSpPr txBox="1"/>
          <p:nvPr/>
        </p:nvSpPr>
        <p:spPr>
          <a:xfrm rot="16200000">
            <a:off x="4146052" y="4815972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415F91"/>
                </a:solidFill>
              </a:rPr>
              <a:t>Embedder</a:t>
            </a:r>
            <a:endParaRPr lang="en-US" sz="1400">
              <a:solidFill>
                <a:srgbClr val="415F9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C94EB4-7183-FAB2-C15F-9E60B5979089}"/>
              </a:ext>
            </a:extLst>
          </p:cNvPr>
          <p:cNvSpPr txBox="1"/>
          <p:nvPr/>
        </p:nvSpPr>
        <p:spPr>
          <a:xfrm>
            <a:off x="4940821" y="4415863"/>
            <a:ext cx="28056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284777"/>
                </a:solidFill>
              </a:rPr>
              <a:t>Talks to the Operating System.</a:t>
            </a:r>
          </a:p>
          <a:p>
            <a:pPr algn="ctr"/>
            <a:r>
              <a:rPr lang="en-US" sz="1400">
                <a:solidFill>
                  <a:srgbClr val="284777"/>
                </a:solidFill>
              </a:rPr>
              <a:t>Handles input, accessibility and rendering surfaces.</a:t>
            </a:r>
          </a:p>
          <a:p>
            <a:pPr algn="ctr"/>
            <a:r>
              <a:rPr lang="en-US" sz="1400">
                <a:solidFill>
                  <a:srgbClr val="284777"/>
                </a:solidFill>
              </a:rPr>
              <a:t>Manages event loops.</a:t>
            </a:r>
          </a:p>
          <a:p>
            <a:pPr algn="ctr"/>
            <a:r>
              <a:rPr lang="en-US" sz="1400">
                <a:solidFill>
                  <a:srgbClr val="284777"/>
                </a:solidFill>
              </a:rPr>
              <a:t>Provides platform-specific APIs.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1FB9CA7-6DDB-C575-35D5-92F28D90F1D1}"/>
              </a:ext>
            </a:extLst>
          </p:cNvPr>
          <p:cNvSpPr/>
          <p:nvPr/>
        </p:nvSpPr>
        <p:spPr>
          <a:xfrm>
            <a:off x="4571487" y="5642586"/>
            <a:ext cx="3175026" cy="904672"/>
          </a:xfrm>
          <a:prstGeom prst="rect">
            <a:avLst/>
          </a:prstGeom>
          <a:solidFill>
            <a:srgbClr val="D9D9E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rgbClr val="DAE2F9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1E99E3-F7D1-8F93-C14E-A2339735D4B5}"/>
              </a:ext>
            </a:extLst>
          </p:cNvPr>
          <p:cNvSpPr txBox="1"/>
          <p:nvPr/>
        </p:nvSpPr>
        <p:spPr>
          <a:xfrm rot="16200000">
            <a:off x="4303820" y="5934971"/>
            <a:ext cx="904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191C20"/>
                </a:solidFill>
              </a:rPr>
              <a:t>Runner</a:t>
            </a:r>
            <a:endParaRPr lang="en-US" sz="1400">
              <a:solidFill>
                <a:srgbClr val="191C2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27D94E-B274-C002-3742-F21BBCBBA0A0}"/>
              </a:ext>
            </a:extLst>
          </p:cNvPr>
          <p:cNvSpPr txBox="1"/>
          <p:nvPr/>
        </p:nvSpPr>
        <p:spPr>
          <a:xfrm>
            <a:off x="4940821" y="5642585"/>
            <a:ext cx="28056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solidFill>
                  <a:srgbClr val="191C20"/>
                </a:solidFill>
              </a:rPr>
              <a:t>Combines everything into a runnable app.</a:t>
            </a:r>
          </a:p>
          <a:p>
            <a:pPr algn="ctr"/>
            <a:r>
              <a:rPr lang="en-US" sz="1400">
                <a:solidFill>
                  <a:srgbClr val="191C20"/>
                </a:solidFill>
              </a:rPr>
              <a:t>Created automictically when you run </a:t>
            </a:r>
            <a:r>
              <a:rPr lang="en-US" sz="1400" b="1">
                <a:solidFill>
                  <a:srgbClr val="191C20"/>
                </a:solidFill>
              </a:rPr>
              <a:t>flutter create</a:t>
            </a:r>
          </a:p>
        </p:txBody>
      </p:sp>
    </p:spTree>
    <p:extLst>
      <p:ext uri="{BB962C8B-B14F-4D97-AF65-F5344CB8AC3E}">
        <p14:creationId xmlns:p14="http://schemas.microsoft.com/office/powerpoint/2010/main" val="17958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F62FCF-CE75-AE2B-9456-DD6B5FBC9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3DE8507-4813-666A-63A9-2889A59CD914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5FB17611-7FE7-DC29-711B-5273157FE4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499A2EF-27D6-C191-7B34-2FA075DBCA86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3BAB7C2-C79A-C809-D127-92FA986382C8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6DD530-A127-64C5-66EA-A259DAB7222D}"/>
              </a:ext>
            </a:extLst>
          </p:cNvPr>
          <p:cNvSpPr txBox="1"/>
          <p:nvPr/>
        </p:nvSpPr>
        <p:spPr>
          <a:xfrm>
            <a:off x="4144571" y="101067"/>
            <a:ext cx="39028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Flutter’s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27C96F-FD69-EFB3-7EE8-62122179F056}"/>
              </a:ext>
            </a:extLst>
          </p:cNvPr>
          <p:cNvSpPr txBox="1"/>
          <p:nvPr/>
        </p:nvSpPr>
        <p:spPr>
          <a:xfrm>
            <a:off x="886588" y="986964"/>
            <a:ext cx="10418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Flutter’s Widgets are every object that appears on the page is called a widget. It can fall from text to buttons to the structure of the application. Widgets combine into a ‘Widget Tree’.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endParaRPr lang="en-US">
              <a:solidFill>
                <a:srgbClr val="191C20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9704C1-BC19-E8CE-C633-80339164E672}"/>
              </a:ext>
            </a:extLst>
          </p:cNvPr>
          <p:cNvGrpSpPr/>
          <p:nvPr/>
        </p:nvGrpSpPr>
        <p:grpSpPr>
          <a:xfrm>
            <a:off x="692436" y="1830368"/>
            <a:ext cx="5118230" cy="4755196"/>
            <a:chOff x="692436" y="1830368"/>
            <a:chExt cx="5118230" cy="475519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8BC634C-E368-60CD-40B9-A31CEA37DD63}"/>
                </a:ext>
              </a:extLst>
            </p:cNvPr>
            <p:cNvGrpSpPr/>
            <p:nvPr/>
          </p:nvGrpSpPr>
          <p:grpSpPr>
            <a:xfrm>
              <a:off x="692436" y="1830368"/>
              <a:ext cx="5118230" cy="1469984"/>
              <a:chOff x="6100897" y="1830368"/>
              <a:chExt cx="5118230" cy="146998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D7F7451-276C-9B66-7064-B73563209054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>
                    <a:solidFill>
                      <a:srgbClr val="705575"/>
                    </a:solidFill>
                    <a:ea typeface="Calibri"/>
                    <a:cs typeface="Calibri"/>
                  </a:rPr>
                  <a:t>A widget which allows for styling, padding and positioning of child widgets.</a:t>
                </a:r>
                <a:endParaRPr lang="en-US">
                  <a:solidFill>
                    <a:srgbClr val="705575"/>
                  </a:solidFill>
                  <a:ea typeface="Calibri"/>
                  <a:cs typeface="Calibri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F0A18D3-8D6A-4D99-BDDC-0FDFDF5AB68D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Container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0185AB-D60F-9C35-63F2-F824D72DF247}"/>
                </a:ext>
              </a:extLst>
            </p:cNvPr>
            <p:cNvGrpSpPr/>
            <p:nvPr/>
          </p:nvGrpSpPr>
          <p:grpSpPr>
            <a:xfrm>
              <a:off x="692436" y="3472974"/>
              <a:ext cx="5118230" cy="1469984"/>
              <a:chOff x="6100897" y="1830368"/>
              <a:chExt cx="5118230" cy="1469984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8D4523D-1E65-2FBF-CB47-6B4B56547173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A widget which allows for us to put children widgets horizontally.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887F2-0EA2-3A53-8683-53A527D47F9E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Row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6B6FD9B-133E-6A31-BB7A-B0CC41971536}"/>
                </a:ext>
              </a:extLst>
            </p:cNvPr>
            <p:cNvGrpSpPr/>
            <p:nvPr/>
          </p:nvGrpSpPr>
          <p:grpSpPr>
            <a:xfrm>
              <a:off x="692436" y="5115580"/>
              <a:ext cx="5118230" cy="1469984"/>
              <a:chOff x="6100897" y="1830368"/>
              <a:chExt cx="5118230" cy="1469984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0E0A4E8D-17C7-CBAA-781C-9BDCC21FE3F8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A widget which allows for us to put children widgets vertically.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F85220A-AA48-9C03-9E66-13C4E853A967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Column</a:t>
                </a:r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7E3392A-2F29-E997-7205-393F983D87AE}"/>
              </a:ext>
            </a:extLst>
          </p:cNvPr>
          <p:cNvGrpSpPr/>
          <p:nvPr/>
        </p:nvGrpSpPr>
        <p:grpSpPr>
          <a:xfrm>
            <a:off x="6095998" y="1830368"/>
            <a:ext cx="5118230" cy="4755196"/>
            <a:chOff x="692436" y="1830368"/>
            <a:chExt cx="5118230" cy="4755196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AC2B146-7B51-75F5-0ADF-1383BAEC9A46}"/>
                </a:ext>
              </a:extLst>
            </p:cNvPr>
            <p:cNvGrpSpPr/>
            <p:nvPr/>
          </p:nvGrpSpPr>
          <p:grpSpPr>
            <a:xfrm>
              <a:off x="692436" y="1830368"/>
              <a:ext cx="5118230" cy="1469984"/>
              <a:chOff x="6100897" y="1830368"/>
              <a:chExt cx="5118230" cy="1469984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ED23EEA-17B9-DDF2-E5F8-03999604F680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A widget which allows for us to put children widgets anywhere and overlap.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FE67158-CB0F-C605-3E84-8027CC2C2DB6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Stack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C619CE2-D884-6406-00A2-5236A18D4645}"/>
                </a:ext>
              </a:extLst>
            </p:cNvPr>
            <p:cNvGrpSpPr/>
            <p:nvPr/>
          </p:nvGrpSpPr>
          <p:grpSpPr>
            <a:xfrm>
              <a:off x="692436" y="3472974"/>
              <a:ext cx="5118230" cy="1469984"/>
              <a:chOff x="6100897" y="1830368"/>
              <a:chExt cx="5118230" cy="1469984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C53F66BC-C9A6-51C7-225C-033E161C105D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A widget which allows for us to put string of characters together with different styling options.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CF8343B1-D770-84AC-DDDD-8A26363AAF77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r>
                  <a:rPr lang="en-US" sz="3600">
                    <a:solidFill>
                      <a:srgbClr val="415F91"/>
                    </a:solidFill>
                  </a:rPr>
                  <a:t>Tx</a:t>
                </a:r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Text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75A2510-1FD4-C848-415F-06EA576C3093}"/>
                </a:ext>
              </a:extLst>
            </p:cNvPr>
            <p:cNvGrpSpPr/>
            <p:nvPr/>
          </p:nvGrpSpPr>
          <p:grpSpPr>
            <a:xfrm>
              <a:off x="692436" y="5115580"/>
              <a:ext cx="5118230" cy="1469984"/>
              <a:chOff x="6100897" y="1830368"/>
              <a:chExt cx="5118230" cy="1469984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F791C2F-59D9-C70E-9A37-277D1FF8BAF3}"/>
                  </a:ext>
                </a:extLst>
              </p:cNvPr>
              <p:cNvSpPr/>
              <p:nvPr/>
            </p:nvSpPr>
            <p:spPr>
              <a:xfrm>
                <a:off x="7312037" y="1894578"/>
                <a:ext cx="3907090" cy="1341564"/>
              </a:xfrm>
              <a:prstGeom prst="rect">
                <a:avLst/>
              </a:prstGeom>
              <a:solidFill>
                <a:srgbClr val="FAD8F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A widget which allows for us to</a:t>
                </a:r>
              </a:p>
              <a:p>
                <a:pPr algn="ctr"/>
                <a:r>
                  <a:rPr lang="en-US">
                    <a:solidFill>
                      <a:srgbClr val="705575"/>
                    </a:solidFill>
                  </a:rPr>
                  <a:t>paint images onto the screen with different styling options.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841EAC9-E4FF-E762-4FEC-EFF5836B5E40}"/>
                  </a:ext>
                </a:extLst>
              </p:cNvPr>
              <p:cNvSpPr/>
              <p:nvPr/>
            </p:nvSpPr>
            <p:spPr>
              <a:xfrm>
                <a:off x="6100897" y="1830368"/>
                <a:ext cx="1469984" cy="1469984"/>
              </a:xfrm>
              <a:prstGeom prst="rect">
                <a:avLst/>
              </a:prstGeom>
              <a:solidFill>
                <a:srgbClr val="D6E3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endParaRPr lang="en-US"/>
              </a:p>
              <a:p>
                <a:pPr algn="ctr"/>
                <a:r>
                  <a:rPr lang="en-US">
                    <a:solidFill>
                      <a:srgbClr val="284777"/>
                    </a:solidFill>
                    <a:latin typeface="Aptos Light" panose="020B0004020202020204" pitchFamily="34" charset="0"/>
                  </a:rPr>
                  <a:t>Image</a:t>
                </a:r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4CF5DA67-0FAA-7979-CEFC-F5E55954A0B6}"/>
              </a:ext>
            </a:extLst>
          </p:cNvPr>
          <p:cNvSpPr/>
          <p:nvPr/>
        </p:nvSpPr>
        <p:spPr>
          <a:xfrm>
            <a:off x="946189" y="2070842"/>
            <a:ext cx="962478" cy="867679"/>
          </a:xfrm>
          <a:prstGeom prst="rect">
            <a:avLst/>
          </a:prstGeom>
          <a:solidFill>
            <a:srgbClr val="415F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278E919-C7D8-7B6E-3E76-1F8F025DFA4D}"/>
              </a:ext>
            </a:extLst>
          </p:cNvPr>
          <p:cNvGrpSpPr/>
          <p:nvPr/>
        </p:nvGrpSpPr>
        <p:grpSpPr>
          <a:xfrm>
            <a:off x="968690" y="3716539"/>
            <a:ext cx="917476" cy="850628"/>
            <a:chOff x="1081074" y="2081472"/>
            <a:chExt cx="816869" cy="757351"/>
          </a:xfrm>
        </p:grpSpPr>
        <p:sp>
          <p:nvSpPr>
            <p:cNvPr id="39" name="Right Arrow 38">
              <a:extLst>
                <a:ext uri="{FF2B5EF4-FFF2-40B4-BE49-F238E27FC236}">
                  <a16:creationId xmlns:a16="http://schemas.microsoft.com/office/drawing/2014/main" id="{6E11B5B1-E81E-67DF-0ED2-1F830FC614B8}"/>
                </a:ext>
              </a:extLst>
            </p:cNvPr>
            <p:cNvSpPr/>
            <p:nvPr/>
          </p:nvSpPr>
          <p:spPr>
            <a:xfrm>
              <a:off x="1421659" y="2081472"/>
              <a:ext cx="476284" cy="471832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ight Arrow 39">
              <a:extLst>
                <a:ext uri="{FF2B5EF4-FFF2-40B4-BE49-F238E27FC236}">
                  <a16:creationId xmlns:a16="http://schemas.microsoft.com/office/drawing/2014/main" id="{51411B55-CE48-8A8B-9AC1-285A1E4102E6}"/>
                </a:ext>
              </a:extLst>
            </p:cNvPr>
            <p:cNvSpPr/>
            <p:nvPr/>
          </p:nvSpPr>
          <p:spPr>
            <a:xfrm rot="10800000">
              <a:off x="1081074" y="2366991"/>
              <a:ext cx="476284" cy="471832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362511-29EB-0F51-C5B5-FEBDC3C5050A}"/>
              </a:ext>
            </a:extLst>
          </p:cNvPr>
          <p:cNvGrpSpPr/>
          <p:nvPr/>
        </p:nvGrpSpPr>
        <p:grpSpPr>
          <a:xfrm rot="16200000">
            <a:off x="968486" y="5339848"/>
            <a:ext cx="917476" cy="850628"/>
            <a:chOff x="1081074" y="2081472"/>
            <a:chExt cx="816869" cy="757351"/>
          </a:xfrm>
        </p:grpSpPr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66E87690-74FE-C78B-AAF1-F751F6BA329A}"/>
                </a:ext>
              </a:extLst>
            </p:cNvPr>
            <p:cNvSpPr/>
            <p:nvPr/>
          </p:nvSpPr>
          <p:spPr>
            <a:xfrm>
              <a:off x="1421659" y="2081472"/>
              <a:ext cx="476284" cy="471832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ight Arrow 43">
              <a:extLst>
                <a:ext uri="{FF2B5EF4-FFF2-40B4-BE49-F238E27FC236}">
                  <a16:creationId xmlns:a16="http://schemas.microsoft.com/office/drawing/2014/main" id="{FA57EE42-0E4F-FA57-DF85-00B2DB910430}"/>
                </a:ext>
              </a:extLst>
            </p:cNvPr>
            <p:cNvSpPr/>
            <p:nvPr/>
          </p:nvSpPr>
          <p:spPr>
            <a:xfrm rot="10800000">
              <a:off x="1081074" y="2366991"/>
              <a:ext cx="476284" cy="471832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D0DD42D-3DC9-3E9E-FC83-157E648AB46E}"/>
              </a:ext>
            </a:extLst>
          </p:cNvPr>
          <p:cNvGrpSpPr/>
          <p:nvPr/>
        </p:nvGrpSpPr>
        <p:grpSpPr>
          <a:xfrm>
            <a:off x="6438154" y="2107309"/>
            <a:ext cx="777804" cy="765826"/>
            <a:chOff x="6354650" y="2027531"/>
            <a:chExt cx="777804" cy="76582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C7F0B61E-D72C-A039-2EE2-0877F7AAA0C0}"/>
                </a:ext>
              </a:extLst>
            </p:cNvPr>
            <p:cNvSpPr/>
            <p:nvPr/>
          </p:nvSpPr>
          <p:spPr>
            <a:xfrm>
              <a:off x="6354650" y="2027531"/>
              <a:ext cx="473004" cy="461026"/>
            </a:xfrm>
            <a:prstGeom prst="rect">
              <a:avLst/>
            </a:prstGeom>
            <a:solidFill>
              <a:srgbClr val="415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688032B-FD33-5EDD-5B53-B34487D8F642}"/>
                </a:ext>
              </a:extLst>
            </p:cNvPr>
            <p:cNvSpPr/>
            <p:nvPr/>
          </p:nvSpPr>
          <p:spPr>
            <a:xfrm>
              <a:off x="6507050" y="2179931"/>
              <a:ext cx="473004" cy="461026"/>
            </a:xfrm>
            <a:prstGeom prst="rect">
              <a:avLst/>
            </a:prstGeom>
            <a:solidFill>
              <a:srgbClr val="70557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05575"/>
                </a:solidFill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DAF9249-24D8-04C4-1E2E-E741568F4577}"/>
                </a:ext>
              </a:extLst>
            </p:cNvPr>
            <p:cNvSpPr/>
            <p:nvPr/>
          </p:nvSpPr>
          <p:spPr>
            <a:xfrm>
              <a:off x="6659450" y="2332331"/>
              <a:ext cx="473004" cy="461026"/>
            </a:xfrm>
            <a:prstGeom prst="rect">
              <a:avLst/>
            </a:prstGeom>
            <a:solidFill>
              <a:srgbClr val="2831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3FDAEAE-EB7A-C3DC-3199-C5260655D698}"/>
              </a:ext>
            </a:extLst>
          </p:cNvPr>
          <p:cNvGrpSpPr/>
          <p:nvPr/>
        </p:nvGrpSpPr>
        <p:grpSpPr>
          <a:xfrm>
            <a:off x="6364068" y="5326293"/>
            <a:ext cx="925975" cy="914400"/>
            <a:chOff x="-6447099" y="-1967696"/>
            <a:chExt cx="925975" cy="91440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3390C75-F066-F5E0-C170-4B5B12F1B244}"/>
                </a:ext>
              </a:extLst>
            </p:cNvPr>
            <p:cNvSpPr/>
            <p:nvPr/>
          </p:nvSpPr>
          <p:spPr>
            <a:xfrm>
              <a:off x="-6435524" y="-1967696"/>
              <a:ext cx="914400" cy="914400"/>
            </a:xfrm>
            <a:prstGeom prst="rect">
              <a:avLst/>
            </a:prstGeom>
            <a:solidFill>
              <a:srgbClr val="415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AD2171F6-A11C-0D3B-2980-3F82A18D7057}"/>
                </a:ext>
              </a:extLst>
            </p:cNvPr>
            <p:cNvSpPr/>
            <p:nvPr/>
          </p:nvSpPr>
          <p:spPr>
            <a:xfrm>
              <a:off x="-6447099" y="-1539434"/>
              <a:ext cx="821803" cy="486137"/>
            </a:xfrm>
            <a:prstGeom prst="triangle">
              <a:avLst/>
            </a:prstGeom>
            <a:solidFill>
              <a:srgbClr val="FAD8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riangle 55">
              <a:extLst>
                <a:ext uri="{FF2B5EF4-FFF2-40B4-BE49-F238E27FC236}">
                  <a16:creationId xmlns:a16="http://schemas.microsoft.com/office/drawing/2014/main" id="{CC124530-DBCD-AFBD-CA8A-FC6683B30F8D}"/>
                </a:ext>
              </a:extLst>
            </p:cNvPr>
            <p:cNvSpPr/>
            <p:nvPr/>
          </p:nvSpPr>
          <p:spPr>
            <a:xfrm>
              <a:off x="-5926239" y="-1342663"/>
              <a:ext cx="405115" cy="289365"/>
            </a:xfrm>
            <a:prstGeom prst="triangle">
              <a:avLst/>
            </a:prstGeom>
            <a:solidFill>
              <a:srgbClr val="FAD8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47342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6C5C6-B487-493A-6C25-DC788E3C3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66677E7-7ED6-214D-142E-E4E1305F3A5E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586F9F92-B8CB-1EA6-ECDA-48DB8D6875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7D2C4CB-1139-7894-CF06-DD5B1DAAF702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6B8402-FE6B-53E1-A293-18C52E8EC658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556BA-DEAA-7112-F371-AB1D5B79EC98}"/>
              </a:ext>
            </a:extLst>
          </p:cNvPr>
          <p:cNvSpPr txBox="1"/>
          <p:nvPr/>
        </p:nvSpPr>
        <p:spPr>
          <a:xfrm>
            <a:off x="3016929" y="101067"/>
            <a:ext cx="61581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Stateless &amp; Stateful Widget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6AB51D-F291-3EDE-C9F0-FC236DCC7F8C}"/>
              </a:ext>
            </a:extLst>
          </p:cNvPr>
          <p:cNvSpPr txBox="1"/>
          <p:nvPr/>
        </p:nvSpPr>
        <p:spPr>
          <a:xfrm>
            <a:off x="886588" y="986964"/>
            <a:ext cx="104188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Flutter’s Widgets can be either stateless, meaning they don’t interact or update.</a:t>
            </a:r>
          </a:p>
          <a:p>
            <a:pPr algn="ctr"/>
            <a:r>
              <a:rPr lang="en-US">
                <a:solidFill>
                  <a:srgbClr val="191C20"/>
                </a:solidFill>
              </a:rPr>
              <a:t>Stateful means they can update, for example a count to increment a value. 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4DBD5C-726C-2E86-3FBD-15E0D9C2B1AE}"/>
              </a:ext>
            </a:extLst>
          </p:cNvPr>
          <p:cNvSpPr/>
          <p:nvPr/>
        </p:nvSpPr>
        <p:spPr>
          <a:xfrm>
            <a:off x="1414490" y="1626343"/>
            <a:ext cx="4298586" cy="4700864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284777"/>
                </a:solidFill>
                <a:latin typeface="Manrope SemiBold" pitchFamily="2" charset="0"/>
              </a:rPr>
              <a:t>STATELESS WIDGET</a:t>
            </a:r>
          </a:p>
          <a:p>
            <a:pPr algn="ctr"/>
            <a:endParaRPr lang="en-US" b="1">
              <a:solidFill>
                <a:srgbClr val="284777"/>
              </a:solidFill>
              <a:latin typeface="Manrope SemiBold" pitchFamily="2" charset="0"/>
            </a:endParaRPr>
          </a:p>
          <a:p>
            <a:pPr algn="ctr"/>
            <a:r>
              <a:rPr lang="en-US">
                <a:solidFill>
                  <a:srgbClr val="284777"/>
                </a:solidFill>
                <a:latin typeface="Manrope" pitchFamily="2" charset="0"/>
              </a:rPr>
              <a:t>State does not change after the widget is created.</a:t>
            </a:r>
          </a:p>
          <a:p>
            <a:pPr algn="ctr"/>
            <a:endParaRPr lang="en-US">
              <a:solidFill>
                <a:srgbClr val="284777"/>
              </a:solidFill>
              <a:latin typeface="Manrope" pitchFamily="2" charset="0"/>
            </a:endParaRPr>
          </a:p>
          <a:p>
            <a:pPr algn="ctr"/>
            <a:r>
              <a:rPr lang="en-US">
                <a:solidFill>
                  <a:srgbClr val="284777"/>
                </a:solidFill>
                <a:latin typeface="Manrope" pitchFamily="2" charset="0"/>
              </a:rPr>
              <a:t>Suitable for static (Unchanging) content.</a:t>
            </a:r>
          </a:p>
          <a:p>
            <a:pPr algn="ctr"/>
            <a:endParaRPr lang="en-US">
              <a:solidFill>
                <a:srgbClr val="284777"/>
              </a:solidFill>
              <a:latin typeface="Manrope" pitchFamily="2" charset="0"/>
            </a:endParaRPr>
          </a:p>
          <a:p>
            <a:pPr algn="ctr"/>
            <a:r>
              <a:rPr lang="en-US">
                <a:solidFill>
                  <a:srgbClr val="284777"/>
                </a:solidFill>
                <a:latin typeface="Manrope" pitchFamily="2" charset="0"/>
              </a:rPr>
              <a:t>Does not have </a:t>
            </a:r>
            <a:r>
              <a:rPr lang="en-US" err="1">
                <a:solidFill>
                  <a:srgbClr val="284777"/>
                </a:solidFill>
                <a:latin typeface="Manrope" pitchFamily="2" charset="0"/>
              </a:rPr>
              <a:t>setState</a:t>
            </a:r>
            <a:r>
              <a:rPr lang="en-US">
                <a:solidFill>
                  <a:srgbClr val="284777"/>
                </a:solidFill>
                <a:latin typeface="Manrope" pitchFamily="2" charset="0"/>
              </a:rPr>
              <a:t>()</a:t>
            </a:r>
          </a:p>
          <a:p>
            <a:pPr algn="ctr"/>
            <a:endParaRPr lang="en-US">
              <a:solidFill>
                <a:srgbClr val="284777"/>
              </a:solidFill>
              <a:latin typeface="Manrope" pitchFamily="2" charset="0"/>
            </a:endParaRPr>
          </a:p>
          <a:p>
            <a:pPr algn="ctr"/>
            <a:r>
              <a:rPr lang="en-US">
                <a:solidFill>
                  <a:srgbClr val="284777"/>
                </a:solidFill>
                <a:latin typeface="Manrope" pitchFamily="2" charset="0"/>
              </a:rPr>
              <a:t>Text, Icon, Images, etc..</a:t>
            </a:r>
          </a:p>
          <a:p>
            <a:pPr algn="ctr"/>
            <a:endParaRPr lang="en-US">
              <a:solidFill>
                <a:srgbClr val="284777"/>
              </a:solidFill>
              <a:latin typeface="Manrope" pitchFamily="2" charset="0"/>
            </a:endParaRPr>
          </a:p>
          <a:p>
            <a:pPr algn="ctr"/>
            <a:r>
              <a:rPr lang="en-US">
                <a:solidFill>
                  <a:srgbClr val="284777"/>
                </a:solidFill>
                <a:latin typeface="Manrope" pitchFamily="2" charset="0"/>
              </a:rPr>
              <a:t>Simple and light weight for fixed content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B0E664-0F5F-7B5A-BEDC-A65AACBC822B}"/>
              </a:ext>
            </a:extLst>
          </p:cNvPr>
          <p:cNvSpPr/>
          <p:nvPr/>
        </p:nvSpPr>
        <p:spPr>
          <a:xfrm>
            <a:off x="6393657" y="1626342"/>
            <a:ext cx="4298586" cy="4700863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573E5C"/>
                </a:solidFill>
                <a:latin typeface="Manrope SemiBold" pitchFamily="2" charset="0"/>
                <a:ea typeface="Calibri"/>
                <a:cs typeface="Calibri"/>
              </a:rPr>
              <a:t>STATEFUL WIDGET</a:t>
            </a:r>
          </a:p>
          <a:p>
            <a:pPr algn="ctr"/>
            <a:endParaRPr lang="en-GB" b="1">
              <a:solidFill>
                <a:srgbClr val="573E5C"/>
              </a:solidFill>
              <a:latin typeface="Manrope SemiBold" pitchFamily="2" charset="0"/>
              <a:ea typeface="Calibri"/>
              <a:cs typeface="Calibri"/>
            </a:endParaRPr>
          </a:p>
          <a:p>
            <a:pPr algn="ctr"/>
            <a:r>
              <a:rPr lang="en-GB">
                <a:solidFill>
                  <a:srgbClr val="573E5C"/>
                </a:solidFill>
                <a:latin typeface="Manrope" pitchFamily="2" charset="0"/>
                <a:ea typeface="Calibri"/>
                <a:cs typeface="Calibri"/>
              </a:rPr>
              <a:t>State can change while the app is running.</a:t>
            </a:r>
          </a:p>
          <a:p>
            <a:pPr algn="ctr"/>
            <a:endParaRPr lang="en-GB">
              <a:solidFill>
                <a:srgbClr val="573E5C"/>
              </a:solidFill>
              <a:latin typeface="Manrope" pitchFamily="2" charset="0"/>
              <a:ea typeface="Calibri"/>
              <a:cs typeface="Calibri"/>
            </a:endParaRPr>
          </a:p>
          <a:p>
            <a:pPr algn="ctr"/>
            <a:r>
              <a:rPr lang="en-GB">
                <a:solidFill>
                  <a:srgbClr val="573E5C"/>
                </a:solidFill>
                <a:latin typeface="Manrope" pitchFamily="2" charset="0"/>
                <a:ea typeface="Calibri"/>
                <a:cs typeface="Calibri"/>
              </a:rPr>
              <a:t>Suitable for interactive or changing content.</a:t>
            </a:r>
          </a:p>
          <a:p>
            <a:pPr algn="ctr"/>
            <a:endParaRPr lang="en-GB">
              <a:solidFill>
                <a:srgbClr val="573E5C"/>
              </a:solidFill>
              <a:latin typeface="Manrope" pitchFamily="2" charset="0"/>
              <a:ea typeface="Calibri"/>
              <a:cs typeface="Calibri"/>
            </a:endParaRPr>
          </a:p>
          <a:p>
            <a:pPr algn="ctr"/>
            <a:r>
              <a:rPr lang="en-GB">
                <a:solidFill>
                  <a:srgbClr val="573E5C"/>
                </a:solidFill>
                <a:latin typeface="Manrope" pitchFamily="2" charset="0"/>
                <a:ea typeface="Calibri"/>
                <a:cs typeface="Calibri"/>
              </a:rPr>
              <a:t>Uses useState() to update the UI when needed.</a:t>
            </a:r>
          </a:p>
          <a:p>
            <a:pPr algn="ctr"/>
            <a:endParaRPr lang="en-GB">
              <a:solidFill>
                <a:srgbClr val="573E5C"/>
              </a:solidFill>
              <a:latin typeface="Manrope" pitchFamily="2" charset="0"/>
              <a:ea typeface="Calibri"/>
              <a:cs typeface="Calibri"/>
            </a:endParaRPr>
          </a:p>
          <a:p>
            <a:pPr algn="ctr"/>
            <a:r>
              <a:rPr lang="en-GB">
                <a:solidFill>
                  <a:srgbClr val="573E5C"/>
                </a:solidFill>
                <a:latin typeface="Manrope" pitchFamily="2" charset="0"/>
                <a:ea typeface="Calibri"/>
                <a:cs typeface="Calibri"/>
              </a:rPr>
              <a:t>Checkbox, TextField, counter</a:t>
            </a:r>
          </a:p>
          <a:p>
            <a:pPr algn="ctr"/>
            <a:endParaRPr lang="en-GB">
              <a:solidFill>
                <a:srgbClr val="573E5C"/>
              </a:solidFill>
              <a:latin typeface="Manrope" pitchFamily="2" charset="0"/>
              <a:ea typeface="Calibri"/>
              <a:cs typeface="Calibri"/>
            </a:endParaRPr>
          </a:p>
          <a:p>
            <a:pPr algn="ctr"/>
            <a:r>
              <a:rPr lang="en-GB">
                <a:solidFill>
                  <a:srgbClr val="573E5C"/>
                </a:solidFill>
                <a:latin typeface="Manrope" pitchFamily="2" charset="0"/>
                <a:ea typeface="Calibri"/>
                <a:cs typeface="Calibri"/>
              </a:rPr>
              <a:t>Useful when responding to user interaction</a:t>
            </a:r>
          </a:p>
        </p:txBody>
      </p:sp>
    </p:spTree>
    <p:extLst>
      <p:ext uri="{BB962C8B-B14F-4D97-AF65-F5344CB8AC3E}">
        <p14:creationId xmlns:p14="http://schemas.microsoft.com/office/powerpoint/2010/main" val="1909679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345C44-E679-0014-91E3-86D2AA4FE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5FF8106-D5CD-259E-8E7E-0662C1C186B4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946C660C-EC8F-4D5A-7D5C-43A63D3D0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6E0395B-8A8F-6D19-877A-3D9703132ACD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4742FF7-BB1E-939A-4427-A2906804A7DA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351A18-0480-CA87-F3F0-0A7577986577}"/>
              </a:ext>
            </a:extLst>
          </p:cNvPr>
          <p:cNvSpPr txBox="1"/>
          <p:nvPr/>
        </p:nvSpPr>
        <p:spPr>
          <a:xfrm>
            <a:off x="2822267" y="101067"/>
            <a:ext cx="65474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Code Example &amp; Explanation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284C07-41A0-75EE-D270-8682EE1B785D}"/>
              </a:ext>
            </a:extLst>
          </p:cNvPr>
          <p:cNvSpPr txBox="1"/>
          <p:nvPr/>
        </p:nvSpPr>
        <p:spPr>
          <a:xfrm>
            <a:off x="886588" y="986964"/>
            <a:ext cx="10418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Below is basic code to display “Hello Flutter”</a:t>
            </a:r>
            <a:br>
              <a:rPr lang="en-US">
                <a:solidFill>
                  <a:srgbClr val="191C20"/>
                </a:solidFill>
              </a:rPr>
            </a:br>
            <a:r>
              <a:rPr lang="en-US">
                <a:solidFill>
                  <a:srgbClr val="191C20"/>
                </a:solidFill>
              </a:rPr>
              <a:t>Here a basic explanation on each line.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1DA15B-C619-5A7C-90DE-11AB467EA2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9" y="2327369"/>
            <a:ext cx="12045638" cy="2203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9335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009003-5BBE-EBE6-F077-7492AD52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E8C110-8D2A-1A0F-5B23-04E3D5DAF586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B7F2109C-3EE1-5702-E27A-36BCEC987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8F9E511-DC57-0E19-2919-A1FD4700A7E9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3AAE5F6-A957-326A-6106-7C1F2517C2C2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E3A7AF-4613-AEDC-2629-266D0E05C296}"/>
              </a:ext>
            </a:extLst>
          </p:cNvPr>
          <p:cNvSpPr txBox="1"/>
          <p:nvPr/>
        </p:nvSpPr>
        <p:spPr>
          <a:xfrm>
            <a:off x="3985347" y="101067"/>
            <a:ext cx="4221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rgbClr val="415F91"/>
                </a:solidFill>
              </a:rPr>
              <a:t>Flutter in a system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C776A4D-FCB2-A1B1-37A3-55462FBBA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" y="-2115855"/>
            <a:ext cx="11422304" cy="2074056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34AEC049-F0C5-1465-892D-3E4DA4D777FB}"/>
              </a:ext>
            </a:extLst>
          </p:cNvPr>
          <p:cNvGrpSpPr/>
          <p:nvPr/>
        </p:nvGrpSpPr>
        <p:grpSpPr>
          <a:xfrm>
            <a:off x="1288562" y="1009008"/>
            <a:ext cx="10145227" cy="3803012"/>
            <a:chOff x="1160182" y="1009008"/>
            <a:chExt cx="10145227" cy="38030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7E74173-8D60-406B-7DB7-002919AB0DA3}"/>
                </a:ext>
              </a:extLst>
            </p:cNvPr>
            <p:cNvSpPr/>
            <p:nvPr/>
          </p:nvSpPr>
          <p:spPr>
            <a:xfrm>
              <a:off x="1160182" y="1139776"/>
              <a:ext cx="2707843" cy="3556222"/>
            </a:xfrm>
            <a:prstGeom prst="rect">
              <a:avLst/>
            </a:prstGeom>
            <a:solidFill>
              <a:srgbClr val="FFDA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BA1A1A"/>
                  </a:solidFill>
                </a:rPr>
                <a:t>Flutter App</a:t>
              </a:r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3631EAF-00B8-F985-370F-DCE1DA83E32A}"/>
                </a:ext>
              </a:extLst>
            </p:cNvPr>
            <p:cNvSpPr/>
            <p:nvPr/>
          </p:nvSpPr>
          <p:spPr>
            <a:xfrm>
              <a:off x="7346040" y="1009008"/>
              <a:ext cx="3175026" cy="3541408"/>
            </a:xfrm>
            <a:prstGeom prst="rect">
              <a:avLst/>
            </a:prstGeom>
            <a:solidFill>
              <a:srgbClr val="DAE2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705575"/>
                  </a:solidFill>
                </a:rPr>
                <a:t>Backend Server</a:t>
              </a: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DAE2F9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D8B80F8-499E-5FF0-CABE-16F574089A41}"/>
                </a:ext>
              </a:extLst>
            </p:cNvPr>
            <p:cNvSpPr/>
            <p:nvPr/>
          </p:nvSpPr>
          <p:spPr>
            <a:xfrm>
              <a:off x="4671489" y="2194937"/>
              <a:ext cx="1871087" cy="1169550"/>
            </a:xfrm>
            <a:prstGeom prst="rect">
              <a:avLst/>
            </a:prstGeom>
            <a:solidFill>
              <a:srgbClr val="D6E3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rgbClr val="415F91"/>
                  </a:solidFill>
                </a:rPr>
                <a:t>Rest API</a:t>
              </a:r>
              <a:endParaRPr lang="en-US" sz="3200" dirty="0">
                <a:solidFill>
                  <a:srgbClr val="DAE2F9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134EAE0-6BF0-9B21-A0A7-0B9F83DA6F05}"/>
                </a:ext>
              </a:extLst>
            </p:cNvPr>
            <p:cNvSpPr/>
            <p:nvPr/>
          </p:nvSpPr>
          <p:spPr>
            <a:xfrm>
              <a:off x="8933553" y="2679128"/>
              <a:ext cx="2371856" cy="2132892"/>
            </a:xfrm>
            <a:prstGeom prst="rect">
              <a:avLst/>
            </a:prstGeom>
            <a:solidFill>
              <a:srgbClr val="FAD8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705575"/>
                  </a:solidFill>
                </a:rPr>
                <a:t>Database</a:t>
              </a:r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BDD98D84-FA5C-D8C5-CB68-1302EDD1B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81817" y="2246951"/>
              <a:ext cx="2454140" cy="2454140"/>
            </a:xfrm>
            <a:prstGeom prst="rect">
              <a:avLst/>
            </a:prstGeom>
          </p:spPr>
        </p:pic>
        <p:pic>
          <p:nvPicPr>
            <p:cNvPr id="27" name="Picture 26" descr="Flutter Logo | SVG | Real Company | Alphabet, Letter F Logo">
              <a:extLst>
                <a:ext uri="{FF2B5EF4-FFF2-40B4-BE49-F238E27FC236}">
                  <a16:creationId xmlns:a16="http://schemas.microsoft.com/office/drawing/2014/main" id="{5AB9FFC8-E138-6A17-D11D-9A4B07947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1586487" y="2905012"/>
              <a:ext cx="1844800" cy="1626260"/>
            </a:xfrm>
            <a:prstGeom prst="rect">
              <a:avLst/>
            </a:prstGeom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AC36A11-49CD-AB59-5E50-E6B3BAC4422E}"/>
                </a:ext>
              </a:extLst>
            </p:cNvPr>
            <p:cNvGrpSpPr/>
            <p:nvPr/>
          </p:nvGrpSpPr>
          <p:grpSpPr>
            <a:xfrm>
              <a:off x="9627029" y="3450730"/>
              <a:ext cx="1049928" cy="1361290"/>
              <a:chOff x="9797361" y="3546944"/>
              <a:chExt cx="1049928" cy="136129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9C6A7BA-F780-764E-5123-AD6311802C20}"/>
                  </a:ext>
                </a:extLst>
              </p:cNvPr>
              <p:cNvSpPr/>
              <p:nvPr/>
            </p:nvSpPr>
            <p:spPr>
              <a:xfrm>
                <a:off x="9797618" y="3546944"/>
                <a:ext cx="1049671" cy="1023089"/>
              </a:xfrm>
              <a:prstGeom prst="rect">
                <a:avLst/>
              </a:prstGeom>
              <a:solidFill>
                <a:srgbClr val="415F9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F2828F0-5418-B0E3-2EEE-F795599634C9}"/>
                  </a:ext>
                </a:extLst>
              </p:cNvPr>
              <p:cNvSpPr/>
              <p:nvPr/>
            </p:nvSpPr>
            <p:spPr>
              <a:xfrm>
                <a:off x="9797490" y="3885144"/>
                <a:ext cx="1049671" cy="1023089"/>
              </a:xfrm>
              <a:prstGeom prst="rect">
                <a:avLst/>
              </a:prstGeom>
              <a:solidFill>
                <a:srgbClr val="70557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5575"/>
                  </a:solidFill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DD453B8-BF79-F9E8-0BC5-1D758F9726CD}"/>
                  </a:ext>
                </a:extLst>
              </p:cNvPr>
              <p:cNvSpPr/>
              <p:nvPr/>
            </p:nvSpPr>
            <p:spPr>
              <a:xfrm>
                <a:off x="9797361" y="4279392"/>
                <a:ext cx="1049671" cy="628842"/>
              </a:xfrm>
              <a:prstGeom prst="rect">
                <a:avLst/>
              </a:prstGeom>
              <a:solidFill>
                <a:srgbClr val="283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B3AD55E-1775-9B9F-37C4-0B73A4F52747}"/>
                </a:ext>
              </a:extLst>
            </p:cNvPr>
            <p:cNvCxnSpPr>
              <a:cxnSpLocks/>
            </p:cNvCxnSpPr>
            <p:nvPr/>
          </p:nvCxnSpPr>
          <p:spPr>
            <a:xfrm>
              <a:off x="10321885" y="1865312"/>
              <a:ext cx="0" cy="806853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9510549-04B7-F058-4CD2-82A498E77B3A}"/>
                </a:ext>
              </a:extLst>
            </p:cNvPr>
            <p:cNvCxnSpPr>
              <a:cxnSpLocks/>
            </p:cNvCxnSpPr>
            <p:nvPr/>
          </p:nvCxnSpPr>
          <p:spPr>
            <a:xfrm>
              <a:off x="9627029" y="1872275"/>
              <a:ext cx="0" cy="806853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CFBF442-F472-C404-9D8C-85CAA4C4AB49}"/>
                </a:ext>
              </a:extLst>
            </p:cNvPr>
            <p:cNvCxnSpPr>
              <a:cxnSpLocks/>
            </p:cNvCxnSpPr>
            <p:nvPr/>
          </p:nvCxnSpPr>
          <p:spPr>
            <a:xfrm>
              <a:off x="3868025" y="2404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86DF537-361C-911B-E5BC-9EB026C3E0C5}"/>
                </a:ext>
              </a:extLst>
            </p:cNvPr>
            <p:cNvCxnSpPr>
              <a:cxnSpLocks/>
            </p:cNvCxnSpPr>
            <p:nvPr/>
          </p:nvCxnSpPr>
          <p:spPr>
            <a:xfrm>
              <a:off x="3868025" y="3188144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A3AE059-6263-B053-D4EC-C10D6350C4C6}"/>
                </a:ext>
              </a:extLst>
            </p:cNvPr>
            <p:cNvCxnSpPr>
              <a:cxnSpLocks/>
            </p:cNvCxnSpPr>
            <p:nvPr/>
          </p:nvCxnSpPr>
          <p:spPr>
            <a:xfrm>
              <a:off x="6542576" y="3166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43C134E-ABE9-9FCA-EA8A-D530A4089429}"/>
                </a:ext>
              </a:extLst>
            </p:cNvPr>
            <p:cNvCxnSpPr>
              <a:cxnSpLocks/>
            </p:cNvCxnSpPr>
            <p:nvPr/>
          </p:nvCxnSpPr>
          <p:spPr>
            <a:xfrm>
              <a:off x="6550746" y="2404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22EF072-A93C-9C4C-F728-F0AA5E424616}"/>
                </a:ext>
              </a:extLst>
            </p:cNvPr>
            <p:cNvSpPr txBox="1"/>
            <p:nvPr/>
          </p:nvSpPr>
          <p:spPr>
            <a:xfrm>
              <a:off x="3635373" y="205233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Request &gt;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A14734C-3263-0331-DBCE-5C8956A39618}"/>
                </a:ext>
              </a:extLst>
            </p:cNvPr>
            <p:cNvSpPr txBox="1"/>
            <p:nvPr/>
          </p:nvSpPr>
          <p:spPr>
            <a:xfrm>
              <a:off x="6347318" y="206625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Request &gt;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E42C4ED-515A-7649-EE85-9A25C58E3791}"/>
                </a:ext>
              </a:extLst>
            </p:cNvPr>
            <p:cNvSpPr txBox="1"/>
            <p:nvPr/>
          </p:nvSpPr>
          <p:spPr>
            <a:xfrm rot="5400000">
              <a:off x="9872442" y="2129498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Query &gt;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BC20863-9392-AF47-722C-FBAF4B83E06D}"/>
                </a:ext>
              </a:extLst>
            </p:cNvPr>
            <p:cNvSpPr txBox="1"/>
            <p:nvPr/>
          </p:nvSpPr>
          <p:spPr>
            <a:xfrm rot="16200000">
              <a:off x="8735329" y="2067909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Data &gt;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4822925-4A83-2E0E-83BF-77E14357151F}"/>
                </a:ext>
              </a:extLst>
            </p:cNvPr>
            <p:cNvSpPr txBox="1"/>
            <p:nvPr/>
          </p:nvSpPr>
          <p:spPr>
            <a:xfrm>
              <a:off x="6309327" y="3166807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&lt; Data &lt;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FBB3B9-0080-73CB-59FB-1138CF1710F5}"/>
                </a:ext>
              </a:extLst>
            </p:cNvPr>
            <p:cNvSpPr txBox="1"/>
            <p:nvPr/>
          </p:nvSpPr>
          <p:spPr>
            <a:xfrm>
              <a:off x="3599770" y="318814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&lt; Data &lt;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95A49F06-7579-185B-B79E-FA23E6098B47}"/>
              </a:ext>
            </a:extLst>
          </p:cNvPr>
          <p:cNvSpPr txBox="1"/>
          <p:nvPr/>
        </p:nvSpPr>
        <p:spPr>
          <a:xfrm>
            <a:off x="4027877" y="4930554"/>
            <a:ext cx="360589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dirty="0">
                <a:ea typeface="Calibri"/>
                <a:cs typeface="Calibri"/>
              </a:rPr>
              <a:t>Flutter sends a request.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API receives the request.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backend processes it.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database provides the data.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response returns to Flutter.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Flutter displays the result.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D65A667-E10B-1B68-0DB2-074EA012D164}"/>
              </a:ext>
            </a:extLst>
          </p:cNvPr>
          <p:cNvSpPr/>
          <p:nvPr/>
        </p:nvSpPr>
        <p:spPr>
          <a:xfrm rot="5400000">
            <a:off x="-1977264" y="4084528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0F6A06-4B4C-3363-4DA1-0037673BD4FF}"/>
              </a:ext>
            </a:extLst>
          </p:cNvPr>
          <p:cNvSpPr txBox="1"/>
          <p:nvPr/>
        </p:nvSpPr>
        <p:spPr>
          <a:xfrm>
            <a:off x="0" y="8174551"/>
            <a:ext cx="364644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ea typeface="Calibri"/>
                <a:cs typeface="Calibri"/>
              </a:rPr>
              <a:t>A company wants to create an app </a:t>
            </a:r>
          </a:p>
          <a:p>
            <a:r>
              <a:rPr lang="en-GB" dirty="0">
                <a:ea typeface="Calibri"/>
                <a:cs typeface="Calibri"/>
              </a:rPr>
              <a:t>where customers can: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Browse products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View product details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Add products to a basket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Place orders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E8BEA2A-D8BA-CB19-350E-092961068AB0}"/>
              </a:ext>
            </a:extLst>
          </p:cNvPr>
          <p:cNvSpPr txBox="1"/>
          <p:nvPr/>
        </p:nvSpPr>
        <p:spPr>
          <a:xfrm>
            <a:off x="4254208" y="8136182"/>
            <a:ext cx="72877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ea typeface="Calibri"/>
                <a:cs typeface="Calibri"/>
              </a:rPr>
              <a:t>Flutter can help with this.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creates the mobile user interface.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Customers interact with buttons, images and product lists.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communicates with a REST API to send and receive data.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The backend processes requests and works with the database.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displays the returned information to the customer.</a:t>
            </a:r>
          </a:p>
        </p:txBody>
      </p:sp>
    </p:spTree>
    <p:extLst>
      <p:ext uri="{BB962C8B-B14F-4D97-AF65-F5344CB8AC3E}">
        <p14:creationId xmlns:p14="http://schemas.microsoft.com/office/powerpoint/2010/main" val="28750951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50B77A-6E75-D97A-BA90-EC6C2A24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489D11BD-8942-3A94-A9DB-FA05F81724EE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B19F434C-5040-E6F9-96E0-9FB9F610A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CBFFD4D-E854-1DB1-AE0C-AD1C335DB756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D359FA7-2682-AE24-958D-6477EC41445F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BD2654-E79D-9879-C981-A5F630E88D99}"/>
              </a:ext>
            </a:extLst>
          </p:cNvPr>
          <p:cNvSpPr/>
          <p:nvPr/>
        </p:nvSpPr>
        <p:spPr>
          <a:xfrm rot="5400000">
            <a:off x="-1977264" y="1076152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14F79-41BE-3AA9-65C6-08AC9C4A1027}"/>
              </a:ext>
            </a:extLst>
          </p:cNvPr>
          <p:cNvSpPr txBox="1"/>
          <p:nvPr/>
        </p:nvSpPr>
        <p:spPr>
          <a:xfrm>
            <a:off x="3985347" y="101067"/>
            <a:ext cx="4221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rgbClr val="415F91"/>
                </a:solidFill>
              </a:rPr>
              <a:t>Flutter in a system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7A0E90C-780D-25CA-B48F-D539E4B9A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72" y="-2115855"/>
            <a:ext cx="11422304" cy="2074056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52295E32-791C-12C1-B82D-8F27E496A3F6}"/>
              </a:ext>
            </a:extLst>
          </p:cNvPr>
          <p:cNvGrpSpPr/>
          <p:nvPr/>
        </p:nvGrpSpPr>
        <p:grpSpPr>
          <a:xfrm>
            <a:off x="1288562" y="1009008"/>
            <a:ext cx="10145227" cy="3803012"/>
            <a:chOff x="1160182" y="1009008"/>
            <a:chExt cx="10145227" cy="38030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157C3A6-A7A2-C0C7-1511-086704DB85FF}"/>
                </a:ext>
              </a:extLst>
            </p:cNvPr>
            <p:cNvSpPr/>
            <p:nvPr/>
          </p:nvSpPr>
          <p:spPr>
            <a:xfrm>
              <a:off x="1160182" y="1139776"/>
              <a:ext cx="2707843" cy="3556222"/>
            </a:xfrm>
            <a:prstGeom prst="rect">
              <a:avLst/>
            </a:prstGeom>
            <a:solidFill>
              <a:srgbClr val="FFDAD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BA1A1A"/>
                  </a:solidFill>
                </a:rPr>
                <a:t>Flutter App</a:t>
              </a:r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  <a:p>
              <a:pPr algn="ctr"/>
              <a:endParaRPr lang="en-US" sz="160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55BB42E-F001-C61A-2308-F10C210C4914}"/>
                </a:ext>
              </a:extLst>
            </p:cNvPr>
            <p:cNvSpPr/>
            <p:nvPr/>
          </p:nvSpPr>
          <p:spPr>
            <a:xfrm>
              <a:off x="7346040" y="1009008"/>
              <a:ext cx="3175026" cy="3541408"/>
            </a:xfrm>
            <a:prstGeom prst="rect">
              <a:avLst/>
            </a:prstGeom>
            <a:solidFill>
              <a:srgbClr val="DAE2F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705575"/>
                  </a:solidFill>
                </a:rPr>
                <a:t>Backend Server</a:t>
              </a: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DAE2F9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2D4AC03-5BBC-BBE2-24C2-42369A45D5C0}"/>
                </a:ext>
              </a:extLst>
            </p:cNvPr>
            <p:cNvSpPr/>
            <p:nvPr/>
          </p:nvSpPr>
          <p:spPr>
            <a:xfrm>
              <a:off x="4671489" y="2194937"/>
              <a:ext cx="1871087" cy="1169550"/>
            </a:xfrm>
            <a:prstGeom prst="rect">
              <a:avLst/>
            </a:prstGeom>
            <a:solidFill>
              <a:srgbClr val="D6E3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solidFill>
                    <a:srgbClr val="415F91"/>
                  </a:solidFill>
                </a:rPr>
                <a:t>Rest API</a:t>
              </a:r>
              <a:endParaRPr lang="en-US" sz="3200" dirty="0">
                <a:solidFill>
                  <a:srgbClr val="DAE2F9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6829E25-3F0B-CCB5-81F1-72F271B6D40C}"/>
                </a:ext>
              </a:extLst>
            </p:cNvPr>
            <p:cNvSpPr/>
            <p:nvPr/>
          </p:nvSpPr>
          <p:spPr>
            <a:xfrm>
              <a:off x="8933553" y="2679128"/>
              <a:ext cx="2371856" cy="2132892"/>
            </a:xfrm>
            <a:prstGeom prst="rect">
              <a:avLst/>
            </a:prstGeom>
            <a:solidFill>
              <a:srgbClr val="FAD8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rgbClr val="705575"/>
                  </a:solidFill>
                </a:rPr>
                <a:t>Database</a:t>
              </a:r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>
                <a:solidFill>
                  <a:srgbClr val="705575"/>
                </a:solidFill>
              </a:endParaRPr>
            </a:p>
            <a:p>
              <a:pPr algn="ctr"/>
              <a:endParaRPr lang="en-US" sz="1600" dirty="0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4D157E59-FA04-3F24-15EC-B7C9880AF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81817" y="2246951"/>
              <a:ext cx="2454140" cy="2454140"/>
            </a:xfrm>
            <a:prstGeom prst="rect">
              <a:avLst/>
            </a:prstGeom>
          </p:spPr>
        </p:pic>
        <p:pic>
          <p:nvPicPr>
            <p:cNvPr id="27" name="Picture 26" descr="Flutter Logo | SVG | Real Company | Alphabet, Letter F Logo">
              <a:extLst>
                <a:ext uri="{FF2B5EF4-FFF2-40B4-BE49-F238E27FC236}">
                  <a16:creationId xmlns:a16="http://schemas.microsoft.com/office/drawing/2014/main" id="{0074DB64-E5F9-DAAE-0038-E7D28DBAB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1586487" y="2905012"/>
              <a:ext cx="1844800" cy="1626260"/>
            </a:xfrm>
            <a:prstGeom prst="rect">
              <a:avLst/>
            </a:prstGeom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467B735-3711-53E6-B281-6DBA7B74C08F}"/>
                </a:ext>
              </a:extLst>
            </p:cNvPr>
            <p:cNvGrpSpPr/>
            <p:nvPr/>
          </p:nvGrpSpPr>
          <p:grpSpPr>
            <a:xfrm>
              <a:off x="9627029" y="3450730"/>
              <a:ext cx="1049928" cy="1361290"/>
              <a:chOff x="9797361" y="3546944"/>
              <a:chExt cx="1049928" cy="136129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47AA164-A40E-FBC4-EF6A-7C26DB838C26}"/>
                  </a:ext>
                </a:extLst>
              </p:cNvPr>
              <p:cNvSpPr/>
              <p:nvPr/>
            </p:nvSpPr>
            <p:spPr>
              <a:xfrm>
                <a:off x="9797618" y="3546944"/>
                <a:ext cx="1049671" cy="1023089"/>
              </a:xfrm>
              <a:prstGeom prst="rect">
                <a:avLst/>
              </a:prstGeom>
              <a:solidFill>
                <a:srgbClr val="415F9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854C857-92EC-80C2-16BA-4E320A6815C4}"/>
                  </a:ext>
                </a:extLst>
              </p:cNvPr>
              <p:cNvSpPr/>
              <p:nvPr/>
            </p:nvSpPr>
            <p:spPr>
              <a:xfrm>
                <a:off x="9797490" y="3885144"/>
                <a:ext cx="1049671" cy="1023089"/>
              </a:xfrm>
              <a:prstGeom prst="rect">
                <a:avLst/>
              </a:prstGeom>
              <a:solidFill>
                <a:srgbClr val="70557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705575"/>
                  </a:solidFill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7823656-8255-B382-5E16-DC7031E0FBB8}"/>
                  </a:ext>
                </a:extLst>
              </p:cNvPr>
              <p:cNvSpPr/>
              <p:nvPr/>
            </p:nvSpPr>
            <p:spPr>
              <a:xfrm>
                <a:off x="9797361" y="4279392"/>
                <a:ext cx="1049671" cy="628842"/>
              </a:xfrm>
              <a:prstGeom prst="rect">
                <a:avLst/>
              </a:prstGeom>
              <a:solidFill>
                <a:srgbClr val="283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89CE273-9761-617B-9024-DB6CDB88EB63}"/>
                </a:ext>
              </a:extLst>
            </p:cNvPr>
            <p:cNvCxnSpPr>
              <a:cxnSpLocks/>
            </p:cNvCxnSpPr>
            <p:nvPr/>
          </p:nvCxnSpPr>
          <p:spPr>
            <a:xfrm>
              <a:off x="10321885" y="1865312"/>
              <a:ext cx="0" cy="806853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A08107B-76D6-A2D3-159B-573BAB773909}"/>
                </a:ext>
              </a:extLst>
            </p:cNvPr>
            <p:cNvCxnSpPr>
              <a:cxnSpLocks/>
            </p:cNvCxnSpPr>
            <p:nvPr/>
          </p:nvCxnSpPr>
          <p:spPr>
            <a:xfrm>
              <a:off x="9627029" y="1872275"/>
              <a:ext cx="0" cy="806853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A5CEE45-E28E-1950-F522-A267224045B8}"/>
                </a:ext>
              </a:extLst>
            </p:cNvPr>
            <p:cNvCxnSpPr>
              <a:cxnSpLocks/>
            </p:cNvCxnSpPr>
            <p:nvPr/>
          </p:nvCxnSpPr>
          <p:spPr>
            <a:xfrm>
              <a:off x="3868025" y="2404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C8A301-2EFA-ADA8-01EE-2911FF2288AA}"/>
                </a:ext>
              </a:extLst>
            </p:cNvPr>
            <p:cNvCxnSpPr>
              <a:cxnSpLocks/>
            </p:cNvCxnSpPr>
            <p:nvPr/>
          </p:nvCxnSpPr>
          <p:spPr>
            <a:xfrm>
              <a:off x="3868025" y="3188144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E2A3CC4-9C06-F63B-0C63-59015ADF21BB}"/>
                </a:ext>
              </a:extLst>
            </p:cNvPr>
            <p:cNvCxnSpPr>
              <a:cxnSpLocks/>
            </p:cNvCxnSpPr>
            <p:nvPr/>
          </p:nvCxnSpPr>
          <p:spPr>
            <a:xfrm>
              <a:off x="6542576" y="3166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67EAC4FC-8943-C23C-43FA-82748C853B20}"/>
                </a:ext>
              </a:extLst>
            </p:cNvPr>
            <p:cNvCxnSpPr>
              <a:cxnSpLocks/>
            </p:cNvCxnSpPr>
            <p:nvPr/>
          </p:nvCxnSpPr>
          <p:spPr>
            <a:xfrm>
              <a:off x="6550746" y="2404808"/>
              <a:ext cx="803464" cy="0"/>
            </a:xfrm>
            <a:prstGeom prst="line">
              <a:avLst/>
            </a:prstGeom>
            <a:ln w="8890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9CF9715-D1A9-D298-B29B-8E5268F060E5}"/>
                </a:ext>
              </a:extLst>
            </p:cNvPr>
            <p:cNvSpPr txBox="1"/>
            <p:nvPr/>
          </p:nvSpPr>
          <p:spPr>
            <a:xfrm>
              <a:off x="3635373" y="205233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Request &gt;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7AD1443-89A1-636C-A0C7-ED06BAAD4FA8}"/>
                </a:ext>
              </a:extLst>
            </p:cNvPr>
            <p:cNvSpPr txBox="1"/>
            <p:nvPr/>
          </p:nvSpPr>
          <p:spPr>
            <a:xfrm>
              <a:off x="6347318" y="206625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Request &gt;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CA53134-22F8-34B9-CA21-127651C8C74A}"/>
                </a:ext>
              </a:extLst>
            </p:cNvPr>
            <p:cNvSpPr txBox="1"/>
            <p:nvPr/>
          </p:nvSpPr>
          <p:spPr>
            <a:xfrm rot="5400000">
              <a:off x="9872442" y="2129498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Query &gt;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41798B4-7EE1-22C5-D98B-EE117D9CB51E}"/>
                </a:ext>
              </a:extLst>
            </p:cNvPr>
            <p:cNvSpPr txBox="1"/>
            <p:nvPr/>
          </p:nvSpPr>
          <p:spPr>
            <a:xfrm rot="16200000">
              <a:off x="8735329" y="2067909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&gt; Data &gt;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2CDF600-BB23-33D1-0368-1A1ADB1F2EE9}"/>
                </a:ext>
              </a:extLst>
            </p:cNvPr>
            <p:cNvSpPr txBox="1"/>
            <p:nvPr/>
          </p:nvSpPr>
          <p:spPr>
            <a:xfrm>
              <a:off x="6309327" y="3166807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&lt; Data &lt;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0AE1ACF-8922-BFB9-98FF-D1F275070A41}"/>
                </a:ext>
              </a:extLst>
            </p:cNvPr>
            <p:cNvSpPr txBox="1"/>
            <p:nvPr/>
          </p:nvSpPr>
          <p:spPr>
            <a:xfrm>
              <a:off x="3599770" y="3188144"/>
              <a:ext cx="126996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Aptos Light" panose="020B0004020202020204" pitchFamily="34" charset="0"/>
                </a:rPr>
                <a:t>&lt; Data &lt;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1737381B-F7B5-273C-596C-B1F0BACD37CB}"/>
              </a:ext>
            </a:extLst>
          </p:cNvPr>
          <p:cNvSpPr txBox="1"/>
          <p:nvPr/>
        </p:nvSpPr>
        <p:spPr>
          <a:xfrm>
            <a:off x="4027877" y="6997098"/>
            <a:ext cx="360589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800" dirty="0">
                <a:ea typeface="Calibri"/>
                <a:cs typeface="Calibri"/>
              </a:rPr>
              <a:t>Flutter sends a request.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API receives the request.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backend processes it.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database provides the data.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The response returns to Flutter. </a:t>
            </a:r>
          </a:p>
          <a:p>
            <a:pPr algn="ctr"/>
            <a:r>
              <a:rPr lang="en-GB" sz="1800" dirty="0">
                <a:ea typeface="Calibri"/>
                <a:cs typeface="Calibri"/>
              </a:rPr>
              <a:t>Flutter displays the result.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BC7E5D-A4D6-E32B-D353-C7C085CE5451}"/>
              </a:ext>
            </a:extLst>
          </p:cNvPr>
          <p:cNvSpPr txBox="1"/>
          <p:nvPr/>
        </p:nvSpPr>
        <p:spPr>
          <a:xfrm>
            <a:off x="0" y="5166175"/>
            <a:ext cx="364644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ea typeface="Calibri"/>
                <a:cs typeface="Calibri"/>
              </a:rPr>
              <a:t>A company wants to create an app </a:t>
            </a:r>
          </a:p>
          <a:p>
            <a:r>
              <a:rPr lang="en-GB" dirty="0">
                <a:ea typeface="Calibri"/>
                <a:cs typeface="Calibri"/>
              </a:rPr>
              <a:t>where customers can: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Browse products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View product details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Add products to a basket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Place orders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DA29BA-8031-4120-DCFE-C14EBF20AF1E}"/>
              </a:ext>
            </a:extLst>
          </p:cNvPr>
          <p:cNvSpPr txBox="1"/>
          <p:nvPr/>
        </p:nvSpPr>
        <p:spPr>
          <a:xfrm>
            <a:off x="4254208" y="5127806"/>
            <a:ext cx="72877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ea typeface="Calibri"/>
                <a:cs typeface="Calibri"/>
              </a:rPr>
              <a:t>Flutter can help with this.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creates the mobile user interface.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Customers interact with buttons, images and product lists.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communicates with a REST API to send and receive data.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The backend processes requests and works with the database.</a:t>
            </a:r>
          </a:p>
          <a:p>
            <a:pPr marL="285750" indent="-285750">
              <a:buFont typeface="Arial"/>
              <a:buChar char="•"/>
            </a:pPr>
            <a:r>
              <a:rPr lang="en-GB" dirty="0">
                <a:ea typeface="Calibri"/>
                <a:cs typeface="Calibri"/>
              </a:rPr>
              <a:t>Flutter displays the returned information to the customer.</a:t>
            </a:r>
          </a:p>
        </p:txBody>
      </p:sp>
    </p:spTree>
    <p:extLst>
      <p:ext uri="{BB962C8B-B14F-4D97-AF65-F5344CB8AC3E}">
        <p14:creationId xmlns:p14="http://schemas.microsoft.com/office/powerpoint/2010/main" val="1695456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5CB1C7-7488-E979-60CC-C53ACB121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9F96A4C-860B-2B88-26E0-51B88CF41954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82D26BD0-CFD9-541D-99D9-12E563B41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6522E78-0FC9-5E9A-7500-31EE1D66F666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674044E-914B-202C-AAC7-4489265C1AE1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F9818-6E87-6AEB-A137-21D9314000E9}"/>
              </a:ext>
            </a:extLst>
          </p:cNvPr>
          <p:cNvSpPr txBox="1"/>
          <p:nvPr/>
        </p:nvSpPr>
        <p:spPr>
          <a:xfrm>
            <a:off x="3783351" y="101067"/>
            <a:ext cx="46253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rgbClr val="415F91"/>
                </a:solidFill>
              </a:rPr>
              <a:t>Advantage to Flutter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50FE24-D44F-271A-C1E6-C10061219E8B}"/>
              </a:ext>
            </a:extLst>
          </p:cNvPr>
          <p:cNvSpPr txBox="1"/>
          <p:nvPr/>
        </p:nvSpPr>
        <p:spPr>
          <a:xfrm>
            <a:off x="886590" y="1443261"/>
            <a:ext cx="1041882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91C20"/>
                </a:solidFill>
              </a:rPr>
              <a:t>Flutter is multiplatform, so you're able to deploy your application on any form of devices. This means you only need to learn one language and update only one codebase.</a:t>
            </a:r>
          </a:p>
          <a:p>
            <a:pPr algn="ctr"/>
            <a:endParaRPr lang="en-US" dirty="0">
              <a:solidFill>
                <a:srgbClr val="191C20"/>
              </a:solidFill>
            </a:endParaRPr>
          </a:p>
          <a:p>
            <a:pPr algn="ctr"/>
            <a:r>
              <a:rPr lang="en-US" dirty="0">
                <a:solidFill>
                  <a:srgbClr val="191C20"/>
                </a:solidFill>
              </a:rPr>
              <a:t>Faster development time is a result from the single codebase.</a:t>
            </a:r>
            <a:br>
              <a:rPr lang="en-US" dirty="0">
                <a:solidFill>
                  <a:srgbClr val="191C20"/>
                </a:solidFill>
              </a:rPr>
            </a:br>
            <a:br>
              <a:rPr lang="en-US" dirty="0">
                <a:solidFill>
                  <a:srgbClr val="191C20"/>
                </a:solidFill>
              </a:rPr>
            </a:br>
            <a:r>
              <a:rPr lang="en-US" dirty="0">
                <a:solidFill>
                  <a:srgbClr val="191C20"/>
                </a:solidFill>
              </a:rPr>
              <a:t>Testing can be completed quickly as well with Flutter’s Hot Reload that allows the program to update without having to rebuild the project every time.</a:t>
            </a:r>
          </a:p>
          <a:p>
            <a:pPr algn="ctr"/>
            <a:endParaRPr lang="en-US" dirty="0">
              <a:solidFill>
                <a:srgbClr val="191C20"/>
              </a:solidFill>
            </a:endParaRPr>
          </a:p>
          <a:p>
            <a:pPr algn="ctr"/>
            <a:r>
              <a:rPr lang="en-US" dirty="0">
                <a:solidFill>
                  <a:srgbClr val="191C20"/>
                </a:solidFill>
              </a:rPr>
              <a:t>Flutter is designed to build dynamic rich UI as they provide many built in widgets for creating customized interfaces</a:t>
            </a:r>
          </a:p>
          <a:p>
            <a:pPr algn="ctr"/>
            <a:endParaRPr lang="en-US" dirty="0">
              <a:solidFill>
                <a:srgbClr val="191C20"/>
              </a:solidFill>
            </a:endParaRPr>
          </a:p>
          <a:p>
            <a:pPr algn="ctr"/>
            <a:r>
              <a:rPr lang="en-US" dirty="0"/>
              <a:t>Flutter compiles directly to native machine code for production releases so performance should be great and the same through platforms</a:t>
            </a:r>
          </a:p>
          <a:p>
            <a:pPr algn="ctr"/>
            <a:endParaRPr lang="en-US" dirty="0">
              <a:solidFill>
                <a:srgbClr val="191C20"/>
              </a:solidFill>
            </a:endParaRPr>
          </a:p>
          <a:p>
            <a:pPr algn="ctr"/>
            <a:r>
              <a:rPr lang="en-US" dirty="0">
                <a:solidFill>
                  <a:srgbClr val="191C20"/>
                </a:solidFill>
              </a:rPr>
              <a:t>Flutter is open source and there are large developer community along side flutter. Helping Flutter become even better.</a:t>
            </a:r>
          </a:p>
        </p:txBody>
      </p:sp>
    </p:spTree>
    <p:extLst>
      <p:ext uri="{BB962C8B-B14F-4D97-AF65-F5344CB8AC3E}">
        <p14:creationId xmlns:p14="http://schemas.microsoft.com/office/powerpoint/2010/main" val="38382409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64D8E-1514-719E-F125-D195CE61C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D1110E6-8E40-52E0-59DC-EAF8E9C540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58874" y="715756"/>
            <a:ext cx="5151009" cy="5151009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98E7314-59F7-7497-EFAE-5FC3E440C30E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A9D4B699-F955-2C6E-6FA6-7B8DAE9A84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51721AF-3F90-2192-ED77-856F73BBB5B2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34F1F375-9E31-9C2E-3D6E-B4154CC59538}"/>
              </a:ext>
            </a:extLst>
          </p:cNvPr>
          <p:cNvSpPr/>
          <p:nvPr/>
        </p:nvSpPr>
        <p:spPr>
          <a:xfrm>
            <a:off x="-3026664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38C2E-52C5-CADF-FD7C-49AE64B97031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DF013A-AE74-D5AE-1A5E-B3987199AF1C}"/>
              </a:ext>
            </a:extLst>
          </p:cNvPr>
          <p:cNvSpPr txBox="1"/>
          <p:nvPr/>
        </p:nvSpPr>
        <p:spPr>
          <a:xfrm>
            <a:off x="3437102" y="101067"/>
            <a:ext cx="53178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Disadvantage to Flutter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6D4DE6-DE29-1EF5-93EB-E3AB773DA6C3}"/>
              </a:ext>
            </a:extLst>
          </p:cNvPr>
          <p:cNvSpPr txBox="1"/>
          <p:nvPr/>
        </p:nvSpPr>
        <p:spPr>
          <a:xfrm>
            <a:off x="886590" y="1721420"/>
            <a:ext cx="10418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</a:rPr>
              <a:t>Due to the large platform Flutter supports, some platform features may not be compatible relatively quickly.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Due to the nature of Flutter being multiplatform, it can cause apps to be larger in size compare having them natively created.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SEO optimization is sometimes poor due to its long load times and complexities, so it should stay to being a web app, like a music player, rather than blogs and pages.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While easy to learn, it may be harder for someone with no JavaScript / React experience.</a:t>
            </a:r>
          </a:p>
          <a:p>
            <a:pPr algn="ctr"/>
            <a:endParaRPr lang="en-US">
              <a:solidFill>
                <a:srgbClr val="191C20"/>
              </a:solidFill>
            </a:endParaRPr>
          </a:p>
          <a:p>
            <a:pPr algn="ctr"/>
            <a:r>
              <a:rPr lang="en-US">
                <a:solidFill>
                  <a:srgbClr val="191C20"/>
                </a:solidFill>
              </a:rPr>
              <a:t>Kotlin Multiplatform with Compose is blooming could be a better option for people with stronger experience with Android Development.</a:t>
            </a:r>
          </a:p>
        </p:txBody>
      </p:sp>
    </p:spTree>
    <p:extLst>
      <p:ext uri="{BB962C8B-B14F-4D97-AF65-F5344CB8AC3E}">
        <p14:creationId xmlns:p14="http://schemas.microsoft.com/office/powerpoint/2010/main" val="1369097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EAE237-97D1-5722-F248-50FACF29B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4C8563C-980E-14C6-BC61-5775CE72D005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36E5F7D2-327C-016D-1B2E-CAB3CDB72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61D2282-3BC6-B0A3-9ADC-DD23F98B3838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1E31B8-5216-1124-3DFD-C8420397CD8F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01407F-28C8-BB0A-C8A5-2D9B74FE5150}"/>
              </a:ext>
            </a:extLst>
          </p:cNvPr>
          <p:cNvSpPr txBox="1"/>
          <p:nvPr/>
        </p:nvSpPr>
        <p:spPr>
          <a:xfrm>
            <a:off x="4935404" y="101067"/>
            <a:ext cx="23212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rgbClr val="415F91"/>
                </a:solidFill>
              </a:rPr>
              <a:t>Summary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F4E547-A370-BAFE-F2C9-AEA12D087B20}"/>
              </a:ext>
            </a:extLst>
          </p:cNvPr>
          <p:cNvSpPr/>
          <p:nvPr/>
        </p:nvSpPr>
        <p:spPr>
          <a:xfrm>
            <a:off x="1033490" y="1626343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84777"/>
                </a:solidFill>
              </a:rPr>
              <a:t>Large Multiplatform Support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06C83D-D720-92BD-D789-3553F187F3C4}"/>
              </a:ext>
            </a:extLst>
          </p:cNvPr>
          <p:cNvSpPr/>
          <p:nvPr/>
        </p:nvSpPr>
        <p:spPr>
          <a:xfrm>
            <a:off x="1033490" y="3473945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84777"/>
                </a:solidFill>
              </a:rPr>
              <a:t>Open source by Google, Regally updated with community help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3E10EE-2178-E91B-6692-391EB72D2B89}"/>
              </a:ext>
            </a:extLst>
          </p:cNvPr>
          <p:cNvSpPr/>
          <p:nvPr/>
        </p:nvSpPr>
        <p:spPr>
          <a:xfrm>
            <a:off x="3583248" y="2404533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84777"/>
                </a:solidFill>
              </a:rPr>
              <a:t>Declarative UI Builder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F993F6-574B-2A15-5366-DFF48E3A84CC}"/>
              </a:ext>
            </a:extLst>
          </p:cNvPr>
          <p:cNvSpPr/>
          <p:nvPr/>
        </p:nvSpPr>
        <p:spPr>
          <a:xfrm>
            <a:off x="3583248" y="4252135"/>
            <a:ext cx="2345266" cy="1397000"/>
          </a:xfrm>
          <a:prstGeom prst="rect">
            <a:avLst/>
          </a:prstGeom>
          <a:solidFill>
            <a:srgbClr val="D6E3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84777"/>
                </a:solidFill>
              </a:rPr>
              <a:t>Easy to learn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56B955-EF7B-2081-9369-8FE1EB01C993}"/>
              </a:ext>
            </a:extLst>
          </p:cNvPr>
          <p:cNvSpPr/>
          <p:nvPr/>
        </p:nvSpPr>
        <p:spPr>
          <a:xfrm>
            <a:off x="6201503" y="2404533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73E5C"/>
                </a:solidFill>
              </a:rPr>
              <a:t>Dart controls the logic and behavior of the app.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8ED6AB-6E5C-26F2-2090-B7EA3F6666D8}"/>
              </a:ext>
            </a:extLst>
          </p:cNvPr>
          <p:cNvSpPr/>
          <p:nvPr/>
        </p:nvSpPr>
        <p:spPr>
          <a:xfrm>
            <a:off x="6201503" y="4252135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en-GB">
                <a:solidFill>
                  <a:srgbClr val="573E5C"/>
                </a:solidFill>
                <a:latin typeface="Aptos" panose="020B0004020202020204" pitchFamily="34" charset="0"/>
                <a:ea typeface="Calibri"/>
                <a:cs typeface="Calibri"/>
              </a:rPr>
              <a:t>Dart makes Flutter fast and smooth.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05E687-D746-9D30-302A-A2DAF9A3F771}"/>
              </a:ext>
            </a:extLst>
          </p:cNvPr>
          <p:cNvSpPr/>
          <p:nvPr/>
        </p:nvSpPr>
        <p:spPr>
          <a:xfrm>
            <a:off x="8708927" y="1626343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rgbClr val="573E5C"/>
                </a:solidFill>
                <a:latin typeface="Aptos" panose="020B0004020202020204" pitchFamily="34" charset="0"/>
                <a:ea typeface="Calibri"/>
                <a:cs typeface="Calibri"/>
              </a:rPr>
              <a:t>Dart is the programming language used to write the app code.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A908A33-5751-639B-E88A-58BF66E243EA}"/>
              </a:ext>
            </a:extLst>
          </p:cNvPr>
          <p:cNvSpPr/>
          <p:nvPr/>
        </p:nvSpPr>
        <p:spPr>
          <a:xfrm>
            <a:off x="8708927" y="3473945"/>
            <a:ext cx="2345266" cy="1397000"/>
          </a:xfrm>
          <a:prstGeom prst="rect">
            <a:avLst/>
          </a:prstGeom>
          <a:solidFill>
            <a:srgbClr val="FAD8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573E5C"/>
                </a:solidFill>
              </a:rPr>
              <a:t>Dart can be used on its own (web, server, etc.).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5F443E-1CA2-E72B-FAB2-D3B310E2E7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590" y="7239000"/>
            <a:ext cx="3431103" cy="76382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553FA9D-2FEE-630F-1B54-5CEA84D440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1666" y="7056120"/>
            <a:ext cx="3788664" cy="378866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6B33E3-AB20-70B5-DC28-8213B3C6FE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77162" y="715756"/>
            <a:ext cx="5151009" cy="515100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BC8FBF4-5445-7DB0-E7F8-5B634C2F31CA}"/>
              </a:ext>
            </a:extLst>
          </p:cNvPr>
          <p:cNvSpPr/>
          <p:nvPr/>
        </p:nvSpPr>
        <p:spPr>
          <a:xfrm>
            <a:off x="-3044952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125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1FD3C-F2E0-DEAE-1F7F-D44826238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0E7C81-6C74-893F-2B83-0A781B6A05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132210" y="715756"/>
            <a:ext cx="5151009" cy="515100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6965149-4102-E8C8-906A-372074C14981}"/>
              </a:ext>
            </a:extLst>
          </p:cNvPr>
          <p:cNvSpPr/>
          <p:nvPr/>
        </p:nvSpPr>
        <p:spPr>
          <a:xfrm>
            <a:off x="0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943CA9-3F99-FFC1-7B11-BE7BCE570DEF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2FD65-09D0-E106-20AB-1A6FAB7BB38F}"/>
              </a:ext>
            </a:extLst>
          </p:cNvPr>
          <p:cNvSpPr txBox="1"/>
          <p:nvPr/>
        </p:nvSpPr>
        <p:spPr>
          <a:xfrm>
            <a:off x="4013110" y="101067"/>
            <a:ext cx="41658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solidFill>
                  <a:srgbClr val="415F91"/>
                </a:solidFill>
              </a:rPr>
              <a:t>Now it’s your turn!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65B5D-D83C-B0AD-F4B4-1186744ECF15}"/>
              </a:ext>
            </a:extLst>
          </p:cNvPr>
          <p:cNvSpPr txBox="1"/>
          <p:nvPr/>
        </p:nvSpPr>
        <p:spPr>
          <a:xfrm>
            <a:off x="886588" y="986964"/>
            <a:ext cx="10418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91C20"/>
                </a:solidFill>
              </a:rPr>
              <a:t>Let’s make a card Widget!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C3011B7-DACD-3BBB-086C-DF5A403FBA5E}"/>
              </a:ext>
            </a:extLst>
          </p:cNvPr>
          <p:cNvGrpSpPr/>
          <p:nvPr/>
        </p:nvGrpSpPr>
        <p:grpSpPr>
          <a:xfrm>
            <a:off x="-7066572" y="0"/>
            <a:ext cx="6835888" cy="6858000"/>
            <a:chOff x="-2390401" y="0"/>
            <a:chExt cx="6835889" cy="6858000"/>
          </a:xfrm>
        </p:grpSpPr>
        <p:pic>
          <p:nvPicPr>
            <p:cNvPr id="7" name="Picture 6" descr="Flutter Logo | SVG | Real Company | Alphabet, Letter F Logo">
              <a:extLst>
                <a:ext uri="{FF2B5EF4-FFF2-40B4-BE49-F238E27FC236}">
                  <a16:creationId xmlns:a16="http://schemas.microsoft.com/office/drawing/2014/main" id="{35F99EBE-CB3E-B044-66CB-B11E6FC8C6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D09A663-6364-E225-F937-4B72F618DCBF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5BD08C1-58CD-1304-23D3-D090003566BC}"/>
              </a:ext>
            </a:extLst>
          </p:cNvPr>
          <p:cNvSpPr txBox="1"/>
          <p:nvPr/>
        </p:nvSpPr>
        <p:spPr>
          <a:xfrm>
            <a:off x="-2" y="1627504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 err="1">
                <a:solidFill>
                  <a:srgbClr val="284777"/>
                </a:solidFill>
                <a:latin typeface="Aptos Light" panose="020B0004020202020204" pitchFamily="34" charset="0"/>
              </a:rPr>
              <a:t>www.uniqstudio.org</a:t>
            </a:r>
            <a:r>
              <a:rPr lang="en-US" sz="8000" dirty="0">
                <a:solidFill>
                  <a:srgbClr val="284777"/>
                </a:solidFill>
                <a:latin typeface="Aptos Light" panose="020B0004020202020204" pitchFamily="34" charset="0"/>
              </a:rPr>
              <a:t>/learn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95A308B-B60E-9099-F023-EFA8BB5A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1590" y="3252216"/>
            <a:ext cx="3431103" cy="763828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998D69D-FC93-C91E-8B4A-C9D3351094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1666" y="3069336"/>
            <a:ext cx="3788664" cy="37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9757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CBC0AE-CBB5-74EA-CCA8-3AB4E48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96CEF8F-B60F-8F0E-4403-4D6F9E46B8D5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F53A7F24-8350-D8DE-F299-1372C32A4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5372A8B-8917-57AC-BBFA-49341B1126A6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E6C0796-D883-5FAE-93B9-53C6EA958347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61DE5-0A4C-E6EC-7C0F-0DCB46F6E763}"/>
              </a:ext>
            </a:extLst>
          </p:cNvPr>
          <p:cNvSpPr txBox="1"/>
          <p:nvPr/>
        </p:nvSpPr>
        <p:spPr>
          <a:xfrm>
            <a:off x="4750472" y="101067"/>
            <a:ext cx="269105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>
                <a:solidFill>
                  <a:srgbClr val="415F91"/>
                </a:solidFill>
              </a:rPr>
              <a:t>References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0BEB8A-9AED-DAED-2EFC-5050CFBD7F2B}"/>
              </a:ext>
            </a:extLst>
          </p:cNvPr>
          <p:cNvSpPr txBox="1"/>
          <p:nvPr/>
        </p:nvSpPr>
        <p:spPr>
          <a:xfrm>
            <a:off x="886590" y="1427562"/>
            <a:ext cx="1041882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Dart (2026) </a:t>
            </a:r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Dart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documentation. </a:t>
            </a:r>
            <a:endParaRPr lang="en-GB" dirty="0">
              <a:solidFill>
                <a:srgbClr val="415F91"/>
              </a:solidFill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https://dart.dev/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2 October 2026).</a:t>
            </a:r>
            <a:endParaRPr lang="en-US"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Basic widgets. </a:t>
            </a:r>
            <a:endParaRPr lang="en-GB" dirty="0">
              <a:solidFill>
                <a:srgbClr val="415F91"/>
              </a:solidFill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https://docs.flutter.dev/ui/widgets/basics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1 October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Building user interfaces with Flutter. </a:t>
            </a:r>
            <a:endParaRPr lang="en-GB" dirty="0">
              <a:solidFill>
                <a:srgbClr val="415F91"/>
              </a:solidFill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https://docs.flutter.dev/ui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1 October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Common architecture concepts. </a:t>
            </a:r>
          </a:p>
          <a:p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https://docs.flutter.dev/app-architecture/concepts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2 October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Flutter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architectural overview. </a:t>
            </a:r>
          </a:p>
          <a:p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  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https://docs.flutter.dev/resources/architectural-overview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30 September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Flutter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documentation. </a:t>
            </a:r>
            <a:endParaRPr lang="en-GB" dirty="0">
              <a:solidFill>
                <a:srgbClr val="415F91"/>
              </a:solidFill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30 September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Flutter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widget index. </a:t>
            </a:r>
            <a:endParaRPr lang="en-GB" dirty="0">
              <a:solidFill>
                <a:srgbClr val="415F91"/>
              </a:solidFill>
              <a:latin typeface="Aptos" panose="020B0004020202020204" pitchFamily="34" charset="0"/>
              <a:ea typeface="Calibri"/>
              <a:cs typeface="Calibri"/>
            </a:endParaRPr>
          </a:p>
          <a:p>
            <a:r>
              <a:rPr lang="en-GB" dirty="0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   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https://docs.flutter.dev/reference/widgets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 2 October 2026).</a:t>
            </a:r>
          </a:p>
          <a:p>
            <a:r>
              <a:rPr lang="en-GB" dirty="0">
                <a:solidFill>
                  <a:srgbClr val="283141"/>
                </a:solidFill>
                <a:latin typeface="Aptos" panose="020B0004020202020204" pitchFamily="34" charset="0"/>
                <a:ea typeface="Calibri"/>
                <a:cs typeface="Calibri"/>
              </a:rPr>
              <a:t>Flutter (2026) </a:t>
            </a:r>
            <a:r>
              <a:rPr lang="en-GB">
                <a:solidFill>
                  <a:srgbClr val="415F91"/>
                </a:solidFill>
                <a:latin typeface="Aptos" panose="020B0004020202020204" pitchFamily="34" charset="0"/>
                <a:ea typeface="Calibri"/>
                <a:cs typeface="Calibri"/>
              </a:rPr>
              <a:t>How Flutter works. </a:t>
            </a:r>
          </a:p>
          <a:p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   Available at: 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https://docs.flutter.dev/learn/pathway/how-flutter-works</a:t>
            </a:r>
            <a:r>
              <a:rPr lang="en-GB">
                <a:latin typeface="Aptos" panose="020B0004020202020204" pitchFamily="34" charset="0"/>
                <a:ea typeface="Calibri"/>
                <a:cs typeface="Calibri"/>
              </a:rPr>
              <a:t> (Accessed: 3 October 2026).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9ED5D0-24E9-A65D-4D34-0F6EFDF78A0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31442" y="715756"/>
            <a:ext cx="5151009" cy="515100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BA89F60-8D3B-49C1-354F-B7613EDE075E}"/>
              </a:ext>
            </a:extLst>
          </p:cNvPr>
          <p:cNvSpPr/>
          <p:nvPr/>
        </p:nvSpPr>
        <p:spPr>
          <a:xfrm>
            <a:off x="-2999232" y="-4271"/>
            <a:ext cx="3003504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alpha val="0"/>
                </a:schemeClr>
              </a:gs>
              <a:gs pos="99000">
                <a:srgbClr val="F9F9FF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950BC3-B387-5F2E-773C-66EDE06FDC25}"/>
              </a:ext>
            </a:extLst>
          </p:cNvPr>
          <p:cNvSpPr txBox="1"/>
          <p:nvPr/>
        </p:nvSpPr>
        <p:spPr>
          <a:xfrm>
            <a:off x="1" y="674120"/>
            <a:ext cx="12191998" cy="380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/>
              <a:t>Continue with your learning!</a:t>
            </a:r>
          </a:p>
        </p:txBody>
      </p:sp>
    </p:spTree>
    <p:extLst>
      <p:ext uri="{BB962C8B-B14F-4D97-AF65-F5344CB8AC3E}">
        <p14:creationId xmlns:p14="http://schemas.microsoft.com/office/powerpoint/2010/main" val="12988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DA94BA-BDDA-DD05-1B5C-6FB672FA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B44574D-CA54-5432-C04E-3C19EDDDDBF1}"/>
              </a:ext>
            </a:extLst>
          </p:cNvPr>
          <p:cNvGrpSpPr/>
          <p:nvPr/>
        </p:nvGrpSpPr>
        <p:grpSpPr>
          <a:xfrm>
            <a:off x="-2390401" y="0"/>
            <a:ext cx="6835889" cy="6858000"/>
            <a:chOff x="-2390401" y="0"/>
            <a:chExt cx="6835889" cy="6858000"/>
          </a:xfrm>
        </p:grpSpPr>
        <p:pic>
          <p:nvPicPr>
            <p:cNvPr id="3" name="Picture 2" descr="Flutter Logo | SVG | Real Company | Alphabet, Letter F Logo">
              <a:extLst>
                <a:ext uri="{FF2B5EF4-FFF2-40B4-BE49-F238E27FC236}">
                  <a16:creationId xmlns:a16="http://schemas.microsoft.com/office/drawing/2014/main" id="{1020144F-09FC-3F34-AB62-0829B37AE9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7220" t="21619" r="18346" b="21579"/>
            <a:stretch>
              <a:fillRect/>
            </a:stretch>
          </p:blipFill>
          <p:spPr>
            <a:xfrm>
              <a:off x="-2390401" y="301122"/>
              <a:ext cx="6835889" cy="60260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F40352-E1D5-BC5C-E7AE-89A39FC0904E}"/>
                </a:ext>
              </a:extLst>
            </p:cNvPr>
            <p:cNvSpPr/>
            <p:nvPr/>
          </p:nvSpPr>
          <p:spPr>
            <a:xfrm>
              <a:off x="0" y="0"/>
              <a:ext cx="3003504" cy="6858000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  <a:alpha val="0"/>
                  </a:schemeClr>
                </a:gs>
                <a:gs pos="99000">
                  <a:srgbClr val="F9F9FF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EEA6F43-AD7C-D5F8-407A-4A6983D05256}"/>
              </a:ext>
            </a:extLst>
          </p:cNvPr>
          <p:cNvSpPr txBox="1"/>
          <p:nvPr/>
        </p:nvSpPr>
        <p:spPr>
          <a:xfrm>
            <a:off x="10418820" y="0"/>
            <a:ext cx="177317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COMP10020 – Internet Technologies</a:t>
            </a:r>
          </a:p>
          <a:p>
            <a:pPr algn="r"/>
            <a:r>
              <a:rPr lang="en-GB" sz="800">
                <a:solidFill>
                  <a:srgbClr val="191C20"/>
                </a:solidFill>
                <a:latin typeface="Aptos Light" panose="020B0004020202020204" pitchFamily="34" charset="0"/>
                <a:ea typeface="Calibri"/>
                <a:cs typeface="Calibri Light" panose="020F0302020204030204" pitchFamily="34" charset="0"/>
              </a:rPr>
              <a:t>Group 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C790DE-DE9C-E2B4-5F90-8AD84DE9F94C}"/>
              </a:ext>
            </a:extLst>
          </p:cNvPr>
          <p:cNvSpPr txBox="1"/>
          <p:nvPr/>
        </p:nvSpPr>
        <p:spPr>
          <a:xfrm>
            <a:off x="755755" y="2105561"/>
            <a:ext cx="10680488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>
                <a:solidFill>
                  <a:srgbClr val="415F91"/>
                </a:solidFill>
              </a:rPr>
              <a:t>Questions?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F83422-AAED-43F1-1EA8-081FFBD1AA9D}"/>
              </a:ext>
            </a:extLst>
          </p:cNvPr>
          <p:cNvSpPr txBox="1"/>
          <p:nvPr/>
        </p:nvSpPr>
        <p:spPr>
          <a:xfrm>
            <a:off x="0" y="655687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Aaron Hamilton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(B00869530)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Asim Mian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(B01813743)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Iram Rafique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</a:t>
            </a:r>
            <a:r>
              <a:rPr lang="en-GB" sz="1200">
                <a:solidFill>
                  <a:srgbClr val="191C20"/>
                </a:solidFill>
                <a:latin typeface="Aptos Light" panose="020B0004020202020204" pitchFamily="34" charset="0"/>
              </a:rPr>
              <a:t>B00858434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) </a:t>
            </a:r>
            <a:r>
              <a:rPr lang="en-US">
                <a:solidFill>
                  <a:srgbClr val="191C20"/>
                </a:solidFill>
                <a:latin typeface="Aptos Light" panose="020B0004020202020204" pitchFamily="34" charset="0"/>
              </a:rPr>
              <a:t>Paul Bennett 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(</a:t>
            </a:r>
            <a:r>
              <a:rPr lang="en-GB" sz="1200">
                <a:solidFill>
                  <a:srgbClr val="191C20"/>
                </a:solidFill>
                <a:latin typeface="Aptos Light" panose="020B0004020202020204" pitchFamily="34" charset="0"/>
              </a:rPr>
              <a:t>B01817143)</a:t>
            </a:r>
            <a:r>
              <a:rPr lang="en-US" sz="1200">
                <a:solidFill>
                  <a:srgbClr val="191C20"/>
                </a:solidFill>
                <a:latin typeface="Aptos Light" panose="020B0004020202020204" pitchFamily="34" charset="0"/>
              </a:rPr>
              <a:t> </a:t>
            </a:r>
            <a:endParaRPr lang="en-GB">
              <a:solidFill>
                <a:srgbClr val="191C20"/>
              </a:solidFill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3272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1586</Words>
  <Application>Microsoft Office PowerPoint</Application>
  <PresentationFormat>Widescreen</PresentationFormat>
  <Paragraphs>326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Aptos Light</vt:lpstr>
      <vt:lpstr>Arial</vt:lpstr>
      <vt:lpstr>Calibri</vt:lpstr>
      <vt:lpstr>Manrope</vt:lpstr>
      <vt:lpstr>Manrope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Johnson</dc:creator>
  <cp:lastModifiedBy>Asim Mian</cp:lastModifiedBy>
  <cp:revision>1</cp:revision>
  <dcterms:created xsi:type="dcterms:W3CDTF">2026-09-29T14:57:32Z</dcterms:created>
  <dcterms:modified xsi:type="dcterms:W3CDTF">2026-10-09T12:43:27Z</dcterms:modified>
</cp:coreProperties>
</file>