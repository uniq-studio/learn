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84" r:id="rId2"/>
    <p:sldId id="285" r:id="rId3"/>
    <p:sldId id="286" r:id="rId4"/>
    <p:sldId id="287" r:id="rId5"/>
    <p:sldId id="288" r:id="rId6"/>
    <p:sldId id="289" r:id="rId7"/>
    <p:sldId id="290" r:id="rId8"/>
    <p:sldId id="291" r:id="rId9"/>
    <p:sldId id="297" r:id="rId10"/>
    <p:sldId id="298" r:id="rId11"/>
    <p:sldId id="295" r:id="rId12"/>
    <p:sldId id="294" r:id="rId13"/>
    <p:sldId id="299" r:id="rId14"/>
    <p:sldId id="296" r:id="rId15"/>
    <p:sldId id="293" r:id="rId16"/>
    <p:sldId id="292"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4777"/>
    <a:srgbClr val="705575"/>
    <a:srgbClr val="283141"/>
    <a:srgbClr val="F9F9FF"/>
    <a:srgbClr val="FAD8FD"/>
    <a:srgbClr val="415F91"/>
    <a:srgbClr val="191C20"/>
    <a:srgbClr val="D9D9E0"/>
    <a:srgbClr val="3E4759"/>
    <a:srgbClr val="D6E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0A3296-01B7-C84C-9AD8-7589081828E7}" v="11" dt="2026-10-11T19:00:13.996"/>
    <p1510:client id="{CD64B637-F206-550C-129F-CA5AC4987AF9}" v="2" dt="2026-10-13T13:18:39.794"/>
    <p1510:client id="{E1644649-21D8-2906-45FA-AC802ED2B596}" v="16" dt="2026-10-13T15:18:35.52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m Mian" userId="S::b01813743@studentmail.uws.ac.uk::c23492a1-d542-4a68-a554-d9cb9df9bc02" providerId="AD" clId="Web-{E1644649-21D8-2906-45FA-AC802ED2B596}"/>
    <pc:docChg chg="modSld">
      <pc:chgData name="Asim Mian" userId="S::b01813743@studentmail.uws.ac.uk::c23492a1-d542-4a68-a554-d9cb9df9bc02" providerId="AD" clId="Web-{E1644649-21D8-2906-45FA-AC802ED2B596}" dt="2026-10-13T15:18:35.523" v="8" actId="1076"/>
      <pc:docMkLst>
        <pc:docMk/>
      </pc:docMkLst>
      <pc:sldChg chg="modSp">
        <pc:chgData name="Asim Mian" userId="S::b01813743@studentmail.uws.ac.uk::c23492a1-d542-4a68-a554-d9cb9df9bc02" providerId="AD" clId="Web-{E1644649-21D8-2906-45FA-AC802ED2B596}" dt="2026-10-13T15:18:35.523" v="8" actId="1076"/>
        <pc:sldMkLst>
          <pc:docMk/>
          <pc:sldMk cId="3838240909" sldId="295"/>
        </pc:sldMkLst>
        <pc:spChg chg="mod">
          <ac:chgData name="Asim Mian" userId="S::b01813743@studentmail.uws.ac.uk::c23492a1-d542-4a68-a554-d9cb9df9bc02" providerId="AD" clId="Web-{E1644649-21D8-2906-45FA-AC802ED2B596}" dt="2026-10-13T15:18:35.523" v="8" actId="1076"/>
          <ac:spMkLst>
            <pc:docMk/>
            <pc:sldMk cId="3838240909" sldId="295"/>
            <ac:spMk id="8" creationId="{8A50FE24-D44F-271A-C1E6-C10061219E8B}"/>
          </ac:spMkLst>
        </pc:spChg>
      </pc:sldChg>
    </pc:docChg>
  </pc:docChgLst>
  <pc:docChgLst>
    <pc:chgData name="Paul Bennett" userId="S::b01817143@studentmail.uws.ac.uk::fc0bdc68-7c01-477d-8ae5-310da9786952" providerId="AD" clId="Web-{A8F8DB1D-A187-F2EE-1536-48DE6C432EB1}"/>
    <pc:docChg chg="modSld">
      <pc:chgData name="Paul Bennett" userId="S::b01817143@studentmail.uws.ac.uk::fc0bdc68-7c01-477d-8ae5-310da9786952" providerId="AD" clId="Web-{A8F8DB1D-A187-F2EE-1536-48DE6C432EB1}" dt="2026-09-30T15:22:08.488" v="1299" actId="1076"/>
      <pc:docMkLst>
        <pc:docMk/>
      </pc:docMkLst>
    </pc:docChg>
  </pc:docChgLst>
  <pc:docChgLst>
    <pc:chgData name="Asim Mian" userId="c23492a1-d542-4a68-a554-d9cb9df9bc02" providerId="ADAL" clId="{99719AC2-D973-4332-9A7F-57E88CEC7084}"/>
    <pc:docChg chg="undo custSel addSld delSld modSld sldOrd">
      <pc:chgData name="Asim Mian" userId="c23492a1-d542-4a68-a554-d9cb9df9bc02" providerId="ADAL" clId="{99719AC2-D973-4332-9A7F-57E88CEC7084}" dt="2026-10-01T17:03:32.744" v="5729" actId="1076"/>
      <pc:docMkLst>
        <pc:docMk/>
      </pc:docMkLst>
    </pc:docChg>
  </pc:docChgLst>
  <pc:docChgLst>
    <pc:chgData name="Asim Mian" userId="S::b01813743@studentmail.uws.ac.uk::c23492a1-d542-4a68-a554-d9cb9df9bc02" providerId="AD" clId="Web-{49AA9A4D-C3FD-08BC-E271-23AFA7E77A43}"/>
    <pc:docChg chg="addSld modSld">
      <pc:chgData name="Asim Mian" userId="S::b01813743@studentmail.uws.ac.uk::c23492a1-d542-4a68-a554-d9cb9df9bc02" providerId="AD" clId="Web-{49AA9A4D-C3FD-08BC-E271-23AFA7E77A43}" dt="2026-09-29T19:19:17.227" v="561" actId="20577"/>
      <pc:docMkLst>
        <pc:docMk/>
      </pc:docMkLst>
    </pc:docChg>
  </pc:docChgLst>
  <pc:docChgLst>
    <pc:chgData name="Iram Rafique" userId="S::b00858434@studentmail.uws.ac.uk::2891bba8-a473-4102-8aad-0e1efcea5071" providerId="AD" clId="Web-{CD64B637-F206-550C-129F-CA5AC4987AF9}"/>
    <pc:docChg chg="modSld">
      <pc:chgData name="Iram Rafique" userId="S::b00858434@studentmail.uws.ac.uk::2891bba8-a473-4102-8aad-0e1efcea5071" providerId="AD" clId="Web-{CD64B637-F206-550C-129F-CA5AC4987AF9}" dt="2026-10-13T13:18:39.794" v="1" actId="20577"/>
      <pc:docMkLst>
        <pc:docMk/>
      </pc:docMkLst>
      <pc:sldChg chg="modSp">
        <pc:chgData name="Iram Rafique" userId="S::b00858434@studentmail.uws.ac.uk::2891bba8-a473-4102-8aad-0e1efcea5071" providerId="AD" clId="Web-{CD64B637-F206-550C-129F-CA5AC4987AF9}" dt="2026-10-13T13:18:39.794" v="1" actId="20577"/>
        <pc:sldMkLst>
          <pc:docMk/>
          <pc:sldMk cId="190967963" sldId="290"/>
        </pc:sldMkLst>
        <pc:spChg chg="mod">
          <ac:chgData name="Iram Rafique" userId="S::b00858434@studentmail.uws.ac.uk::2891bba8-a473-4102-8aad-0e1efcea5071" providerId="AD" clId="Web-{CD64B637-F206-550C-129F-CA5AC4987AF9}" dt="2026-10-13T13:18:39.794" v="1" actId="20577"/>
          <ac:spMkLst>
            <pc:docMk/>
            <pc:sldMk cId="190967963" sldId="290"/>
            <ac:spMk id="12" creationId="{A3B0E664-0F5F-7B5A-BEDC-A65AACBC822B}"/>
          </ac:spMkLst>
        </pc:spChg>
      </pc:sldChg>
    </pc:docChg>
  </pc:docChgLst>
  <pc:docChgLst>
    <pc:chgData name="Iram Rafique" userId="S::b00858434@studentmail.uws.ac.uk::2891bba8-a473-4102-8aad-0e1efcea5071" providerId="AD" clId="Web-{0C7A1CD3-E3BB-91A9-F8CB-0989D83959C6}"/>
    <pc:docChg chg="modSld">
      <pc:chgData name="Iram Rafique" userId="S::b00858434@studentmail.uws.ac.uk::2891bba8-a473-4102-8aad-0e1efcea5071" providerId="AD" clId="Web-{0C7A1CD3-E3BB-91A9-F8CB-0989D83959C6}" dt="2026-10-02T18:45:23.226" v="6" actId="20577"/>
      <pc:docMkLst>
        <pc:docMk/>
      </pc:docMkLst>
    </pc:docChg>
  </pc:docChgLst>
  <pc:docChgLst>
    <pc:chgData name="Iram Rafique" userId="S::b00858434@studentmail.uws.ac.uk::2891bba8-a473-4102-8aad-0e1efcea5071" providerId="AD" clId="Web-{F802ADC8-5689-9D67-0508-598A768727C8}"/>
    <pc:docChg chg="addSld delSld modSld sldOrd">
      <pc:chgData name="Iram Rafique" userId="S::b00858434@studentmail.uws.ac.uk::2891bba8-a473-4102-8aad-0e1efcea5071" providerId="AD" clId="Web-{F802ADC8-5689-9D67-0508-598A768727C8}" dt="2026-09-30T13:49:43.416" v="294"/>
      <pc:docMkLst>
        <pc:docMk/>
      </pc:docMkLst>
    </pc:docChg>
  </pc:docChgLst>
  <pc:docChgLst>
    <pc:chgData name="Iram Rafique" userId="S::b00858434@studentmail.uws.ac.uk::2891bba8-a473-4102-8aad-0e1efcea5071" providerId="AD" clId="Web-{FA09C513-A40D-C8A9-E8EF-F59CC9A47B7C}"/>
    <pc:docChg chg="addSld delSld modSld">
      <pc:chgData name="Iram Rafique" userId="S::b00858434@studentmail.uws.ac.uk::2891bba8-a473-4102-8aad-0e1efcea5071" providerId="AD" clId="Web-{FA09C513-A40D-C8A9-E8EF-F59CC9A47B7C}" dt="2026-10-02T15:20:40.548" v="166" actId="1076"/>
      <pc:docMkLst>
        <pc:docMk/>
      </pc:docMkLst>
    </pc:docChg>
  </pc:docChgLst>
  <pc:docChgLst>
    <pc:chgData name="Aaron Hamilton" userId="18204c3e-02c8-4c76-b06e-0d252f35102f" providerId="ADAL" clId="{56C94A2A-6EA3-5B70-8EF3-378E9C7B2007}"/>
    <pc:docChg chg="custSel addSld modSld sldOrd">
      <pc:chgData name="Aaron Hamilton" userId="18204c3e-02c8-4c76-b06e-0d252f35102f" providerId="ADAL" clId="{56C94A2A-6EA3-5B70-8EF3-378E9C7B2007}" dt="2026-10-07T12:31:00.450" v="1195" actId="1076"/>
      <pc:docMkLst>
        <pc:docMk/>
      </pc:docMkLst>
      <pc:sldChg chg="modSp mod">
        <pc:chgData name="Aaron Hamilton" userId="18204c3e-02c8-4c76-b06e-0d252f35102f" providerId="ADAL" clId="{56C94A2A-6EA3-5B70-8EF3-378E9C7B2007}" dt="2026-10-04T16:22:08.022" v="18" actId="313"/>
        <pc:sldMkLst>
          <pc:docMk/>
          <pc:sldMk cId="463772295" sldId="285"/>
        </pc:sldMkLst>
        <pc:spChg chg="mod">
          <ac:chgData name="Aaron Hamilton" userId="18204c3e-02c8-4c76-b06e-0d252f35102f" providerId="ADAL" clId="{56C94A2A-6EA3-5B70-8EF3-378E9C7B2007}" dt="2026-10-04T16:22:08.022" v="18" actId="313"/>
          <ac:spMkLst>
            <pc:docMk/>
            <pc:sldMk cId="463772295" sldId="285"/>
            <ac:spMk id="8" creationId="{A15AE641-5C6E-5366-2CFB-62828EA19D86}"/>
          </ac:spMkLst>
        </pc:spChg>
      </pc:sldChg>
      <pc:sldChg chg="addSp delSp modSp add mod ord">
        <pc:chgData name="Aaron Hamilton" userId="18204c3e-02c8-4c76-b06e-0d252f35102f" providerId="ADAL" clId="{56C94A2A-6EA3-5B70-8EF3-378E9C7B2007}" dt="2026-10-04T16:24:15.970" v="269" actId="478"/>
        <pc:sldMkLst>
          <pc:docMk/>
          <pc:sldMk cId="2347342010" sldId="289"/>
        </pc:sldMkLst>
        <pc:spChg chg="mod">
          <ac:chgData name="Aaron Hamilton" userId="18204c3e-02c8-4c76-b06e-0d252f35102f" providerId="ADAL" clId="{56C94A2A-6EA3-5B70-8EF3-378E9C7B2007}" dt="2026-10-04T16:23:48.737" v="263" actId="20577"/>
          <ac:spMkLst>
            <pc:docMk/>
            <pc:sldMk cId="2347342010" sldId="289"/>
            <ac:spMk id="8" creationId="{C227C96F-FD69-EFB3-7EE8-62122179F056}"/>
          </ac:spMkLst>
        </pc:spChg>
        <pc:spChg chg="mod">
          <ac:chgData name="Aaron Hamilton" userId="18204c3e-02c8-4c76-b06e-0d252f35102f" providerId="ADAL" clId="{56C94A2A-6EA3-5B70-8EF3-378E9C7B2007}" dt="2026-10-04T16:20:54.090" v="13" actId="20577"/>
          <ac:spMkLst>
            <pc:docMk/>
            <pc:sldMk cId="2347342010" sldId="289"/>
            <ac:spMk id="9" creationId="{9F6DD530-A127-64C5-66EA-A259DAB7222D}"/>
          </ac:spMkLst>
        </pc:spChg>
      </pc:sldChg>
      <pc:sldChg chg="addSp delSp modSp add mod ord">
        <pc:chgData name="Aaron Hamilton" userId="18204c3e-02c8-4c76-b06e-0d252f35102f" providerId="ADAL" clId="{56C94A2A-6EA3-5B70-8EF3-378E9C7B2007}" dt="2026-10-06T09:47:59.343" v="1048" actId="478"/>
        <pc:sldMkLst>
          <pc:docMk/>
          <pc:sldMk cId="190967963" sldId="290"/>
        </pc:sldMkLst>
        <pc:spChg chg="add mod">
          <ac:chgData name="Aaron Hamilton" userId="18204c3e-02c8-4c76-b06e-0d252f35102f" providerId="ADAL" clId="{56C94A2A-6EA3-5B70-8EF3-378E9C7B2007}" dt="2026-10-06T09:45:52.182" v="791" actId="313"/>
          <ac:spMkLst>
            <pc:docMk/>
            <pc:sldMk cId="190967963" sldId="290"/>
            <ac:spMk id="7" creationId="{6D4DBD5C-726C-2E86-3FBD-15E0D9C2B1AE}"/>
          </ac:spMkLst>
        </pc:spChg>
        <pc:spChg chg="mod">
          <ac:chgData name="Aaron Hamilton" userId="18204c3e-02c8-4c76-b06e-0d252f35102f" providerId="ADAL" clId="{56C94A2A-6EA3-5B70-8EF3-378E9C7B2007}" dt="2026-10-06T09:42:49.490" v="492" actId="20577"/>
          <ac:spMkLst>
            <pc:docMk/>
            <pc:sldMk cId="190967963" sldId="290"/>
            <ac:spMk id="8" creationId="{246AB51D-F291-3EDE-C9F0-FC236DCC7F8C}"/>
          </ac:spMkLst>
        </pc:spChg>
        <pc:spChg chg="mod">
          <ac:chgData name="Aaron Hamilton" userId="18204c3e-02c8-4c76-b06e-0d252f35102f" providerId="ADAL" clId="{56C94A2A-6EA3-5B70-8EF3-378E9C7B2007}" dt="2026-10-06T09:41:31.922" v="322" actId="20577"/>
          <ac:spMkLst>
            <pc:docMk/>
            <pc:sldMk cId="190967963" sldId="290"/>
            <ac:spMk id="9" creationId="{01A556BA-DEAA-7112-F371-AB1D5B79EC98}"/>
          </ac:spMkLst>
        </pc:spChg>
        <pc:spChg chg="add mod">
          <ac:chgData name="Aaron Hamilton" userId="18204c3e-02c8-4c76-b06e-0d252f35102f" providerId="ADAL" clId="{56C94A2A-6EA3-5B70-8EF3-378E9C7B2007}" dt="2026-10-06T09:47:52.635" v="1047" actId="313"/>
          <ac:spMkLst>
            <pc:docMk/>
            <pc:sldMk cId="190967963" sldId="290"/>
            <ac:spMk id="12" creationId="{A3B0E664-0F5F-7B5A-BEDC-A65AACBC822B}"/>
          </ac:spMkLst>
        </pc:spChg>
      </pc:sldChg>
      <pc:sldChg chg="addSp delSp modSp add mod">
        <pc:chgData name="Aaron Hamilton" userId="18204c3e-02c8-4c76-b06e-0d252f35102f" providerId="ADAL" clId="{56C94A2A-6EA3-5B70-8EF3-378E9C7B2007}" dt="2026-10-06T10:28:54.683" v="1178" actId="20577"/>
        <pc:sldMkLst>
          <pc:docMk/>
          <pc:sldMk cId="2706933580" sldId="291"/>
        </pc:sldMkLst>
        <pc:spChg chg="mod">
          <ac:chgData name="Aaron Hamilton" userId="18204c3e-02c8-4c76-b06e-0d252f35102f" providerId="ADAL" clId="{56C94A2A-6EA3-5B70-8EF3-378E9C7B2007}" dt="2026-10-06T10:28:54.683" v="1178" actId="20577"/>
          <ac:spMkLst>
            <pc:docMk/>
            <pc:sldMk cId="2706933580" sldId="291"/>
            <ac:spMk id="8" creationId="{B1284C07-41A0-75EE-D270-8682EE1B785D}"/>
          </ac:spMkLst>
        </pc:spChg>
        <pc:spChg chg="mod">
          <ac:chgData name="Aaron Hamilton" userId="18204c3e-02c8-4c76-b06e-0d252f35102f" providerId="ADAL" clId="{56C94A2A-6EA3-5B70-8EF3-378E9C7B2007}" dt="2026-10-06T10:24:57.521" v="1078" actId="313"/>
          <ac:spMkLst>
            <pc:docMk/>
            <pc:sldMk cId="2706933580" sldId="291"/>
            <ac:spMk id="9" creationId="{B4351A18-0480-CA87-F3F0-0A7577986577}"/>
          </ac:spMkLst>
        </pc:spChg>
        <pc:picChg chg="add mod">
          <ac:chgData name="Aaron Hamilton" userId="18204c3e-02c8-4c76-b06e-0d252f35102f" providerId="ADAL" clId="{56C94A2A-6EA3-5B70-8EF3-378E9C7B2007}" dt="2026-10-06T10:28:09.840" v="1087" actId="1076"/>
          <ac:picMkLst>
            <pc:docMk/>
            <pc:sldMk cId="2706933580" sldId="291"/>
            <ac:picMk id="10" creationId="{F31DA15B-C619-5A7C-90DE-11AB467EA2CF}"/>
          </ac:picMkLst>
        </pc:picChg>
      </pc:sldChg>
      <pc:sldChg chg="modSp add mod ord">
        <pc:chgData name="Aaron Hamilton" userId="18204c3e-02c8-4c76-b06e-0d252f35102f" providerId="ADAL" clId="{56C94A2A-6EA3-5B70-8EF3-378E9C7B2007}" dt="2026-10-07T12:31:00.450" v="1195" actId="1076"/>
        <pc:sldMkLst>
          <pc:docMk/>
          <pc:sldMk cId="2319327202" sldId="292"/>
        </pc:sldMkLst>
        <pc:spChg chg="mod">
          <ac:chgData name="Aaron Hamilton" userId="18204c3e-02c8-4c76-b06e-0d252f35102f" providerId="ADAL" clId="{56C94A2A-6EA3-5B70-8EF3-378E9C7B2007}" dt="2026-10-07T12:31:00.450" v="1195" actId="1076"/>
          <ac:spMkLst>
            <pc:docMk/>
            <pc:sldMk cId="2319327202" sldId="292"/>
            <ac:spMk id="9" creationId="{F1C790DE-DE9C-E2B4-5F90-8AD84DE9F94C}"/>
          </ac:spMkLst>
        </pc:spChg>
      </pc:sldChg>
    </pc:docChg>
  </pc:docChgLst>
  <pc:docChgLst>
    <pc:chgData name="Iram Rafique" userId="S::b00858434@studentmail.uws.ac.uk::2891bba8-a473-4102-8aad-0e1efcea5071" providerId="AD" clId="Web-{00000000-0000-0000-0000-000000000000}"/>
    <pc:docChg chg="modSld">
      <pc:chgData name="Iram Rafique" userId="S::b00858434@studentmail.uws.ac.uk::2891bba8-a473-4102-8aad-0e1efcea5071" providerId="AD" clId="Web-{00000000-0000-0000-0000-000000000000}" dt="2026-09-30T09:21:51.484" v="132"/>
      <pc:docMkLst>
        <pc:docMk/>
      </pc:docMkLst>
    </pc:docChg>
  </pc:docChgLst>
  <pc:docChgLst>
    <pc:chgData name="Iram Rafique" userId="S::b00858434@studentmail.uws.ac.uk::2891bba8-a473-4102-8aad-0e1efcea5071" providerId="AD" clId="Web-{045C668F-717B-6133-146C-D5EB657C2C03}"/>
    <pc:docChg chg="addSld modSld sldOrd">
      <pc:chgData name="Iram Rafique" userId="S::b00858434@studentmail.uws.ac.uk::2891bba8-a473-4102-8aad-0e1efcea5071" providerId="AD" clId="Web-{045C668F-717B-6133-146C-D5EB657C2C03}" dt="2026-09-30T09:03:03.514" v="18" actId="1076"/>
      <pc:docMkLst>
        <pc:docMk/>
      </pc:docMkLst>
    </pc:docChg>
  </pc:docChgLst>
  <pc:docChgLst>
    <pc:chgData name="Iram Rafique" userId="S::b00858434@studentmail.uws.ac.uk::2891bba8-a473-4102-8aad-0e1efcea5071" providerId="AD" clId="Web-{01C4B754-031C-4C4E-086A-30C6E27CFA5C}"/>
    <pc:docChg chg="addSld delSld modSld">
      <pc:chgData name="Iram Rafique" userId="S::b00858434@studentmail.uws.ac.uk::2891bba8-a473-4102-8aad-0e1efcea5071" providerId="AD" clId="Web-{01C4B754-031C-4C4E-086A-30C6E27CFA5C}" dt="2026-09-30T18:58:20.520" v="291" actId="1076"/>
      <pc:docMkLst>
        <pc:docMk/>
      </pc:docMkLst>
    </pc:docChg>
  </pc:docChgLst>
  <pc:docChgLst>
    <pc:chgData name="Asim Mian" userId="S::b01813743@studentmail.uws.ac.uk::c23492a1-d542-4a68-a554-d9cb9df9bc02" providerId="AD" clId="Web-{14D4C68E-A5A7-CB0E-AE4B-D499018E1E32}"/>
    <pc:docChg chg="addSld modSld">
      <pc:chgData name="Asim Mian" userId="S::b01813743@studentmail.uws.ac.uk::c23492a1-d542-4a68-a554-d9cb9df9bc02" providerId="AD" clId="Web-{14D4C68E-A5A7-CB0E-AE4B-D499018E1E32}" dt="2026-09-29T20:57:08.237" v="245" actId="20577"/>
      <pc:docMkLst>
        <pc:docMk/>
      </pc:docMkLst>
    </pc:docChg>
  </pc:docChgLst>
  <pc:docChgLst>
    <pc:chgData name="Iram Rafique" userId="S::b00858434@studentmail.uws.ac.uk::2891bba8-a473-4102-8aad-0e1efcea5071" providerId="AD" clId="Web-{68BAF1F3-0738-4058-8847-42ED16C80F77}"/>
    <pc:docChg chg="addSld delSld modSld sldOrd">
      <pc:chgData name="Iram Rafique" userId="S::b00858434@studentmail.uws.ac.uk::2891bba8-a473-4102-8aad-0e1efcea5071" providerId="AD" clId="Web-{68BAF1F3-0738-4058-8847-42ED16C80F77}" dt="2026-09-30T12:03:51.952" v="457" actId="20577"/>
      <pc:docMkLst>
        <pc:docMk/>
      </pc:docMkLst>
    </pc:docChg>
  </pc:docChgLst>
  <pc:docChgLst>
    <pc:chgData name="Iram Rafique" userId="S::b00858434@studentmail.uws.ac.uk::2891bba8-a473-4102-8aad-0e1efcea5071" providerId="AD" clId="Web-{ED450A75-D772-052B-84D3-26575907E0B5}"/>
    <pc:docChg chg="delSld modSld">
      <pc:chgData name="Iram Rafique" userId="S::b00858434@studentmail.uws.ac.uk::2891bba8-a473-4102-8aad-0e1efcea5071" providerId="AD" clId="Web-{ED450A75-D772-052B-84D3-26575907E0B5}" dt="2026-09-30T09:30:27.790" v="3" actId="1076"/>
      <pc:docMkLst>
        <pc:docMk/>
      </pc:docMkLst>
    </pc:docChg>
  </pc:docChgLst>
  <pc:docChgLst>
    <pc:chgData name="Asim Mian" userId="S::b01813743@studentmail.uws.ac.uk::c23492a1-d542-4a68-a554-d9cb9df9bc02" providerId="AD" clId="Web-{00000000-0000-0000-0000-000000000000}"/>
    <pc:docChg chg="addSld modSld">
      <pc:chgData name="Asim Mian" userId="S::b01813743@studentmail.uws.ac.uk::c23492a1-d542-4a68-a554-d9cb9df9bc02" providerId="AD" clId="Web-{00000000-0000-0000-0000-000000000000}" dt="2026-09-30T09:54:57.175" v="13" actId="20577"/>
      <pc:docMkLst>
        <pc:docMk/>
      </pc:docMkLst>
    </pc:docChg>
  </pc:docChgLst>
  <pc:docChgLst>
    <pc:chgData name="Iram Rafique" userId="S::b00858434@studentmail.uws.ac.uk::2891bba8-a473-4102-8aad-0e1efcea5071" providerId="AD" clId="Web-{71E62B2A-FCA5-F4E8-5437-C540618BB23C}"/>
    <pc:docChg chg="modSld">
      <pc:chgData name="Iram Rafique" userId="S::b00858434@studentmail.uws.ac.uk::2891bba8-a473-4102-8aad-0e1efcea5071" providerId="AD" clId="Web-{71E62B2A-FCA5-F4E8-5437-C540618BB23C}" dt="2026-10-01T11:36:06.393" v="464" actId="1076"/>
      <pc:docMkLst>
        <pc:docMk/>
      </pc:docMkLst>
    </pc:docChg>
  </pc:docChgLst>
  <pc:docChgLst>
    <pc:chgData name="Aaron Hamilton" userId="18204c3e-02c8-4c76-b06e-0d252f35102f" providerId="ADAL" clId="{86A63069-2CCC-5A02-9D86-AB1A41F75532}"/>
    <pc:docChg chg="undo custSel addSld delSld modSld sldOrd">
      <pc:chgData name="Aaron Hamilton" userId="18204c3e-02c8-4c76-b06e-0d252f35102f" providerId="ADAL" clId="{86A63069-2CCC-5A02-9D86-AB1A41F75532}" dt="2026-10-11T19:00:16.033" v="20592" actId="20577"/>
      <pc:docMkLst>
        <pc:docMk/>
      </pc:docMkLst>
      <pc:sldChg chg="addSp delSp modSp add mod modTransition modNotesTx">
        <pc:chgData name="Aaron Hamilton" userId="18204c3e-02c8-4c76-b06e-0d252f35102f" providerId="ADAL" clId="{86A63069-2CCC-5A02-9D86-AB1A41F75532}" dt="2026-10-10T09:07:18.046" v="8708" actId="20577"/>
        <pc:sldMkLst>
          <pc:docMk/>
          <pc:sldMk cId="3667455686" sldId="284"/>
        </pc:sldMkLst>
        <pc:spChg chg="mod">
          <ac:chgData name="Aaron Hamilton" userId="18204c3e-02c8-4c76-b06e-0d252f35102f" providerId="ADAL" clId="{86A63069-2CCC-5A02-9D86-AB1A41F75532}" dt="2026-10-03T21:53:02.710" v="253" actId="207"/>
          <ac:spMkLst>
            <pc:docMk/>
            <pc:sldMk cId="3667455686" sldId="284"/>
            <ac:spMk id="4" creationId="{D0B75BFB-65B8-523D-EC53-36A7845D80BE}"/>
          </ac:spMkLst>
        </pc:spChg>
        <pc:spChg chg="add mod">
          <ac:chgData name="Aaron Hamilton" userId="18204c3e-02c8-4c76-b06e-0d252f35102f" providerId="ADAL" clId="{86A63069-2CCC-5A02-9D86-AB1A41F75532}" dt="2026-10-03T21:47:53.868" v="165" actId="1076"/>
          <ac:spMkLst>
            <pc:docMk/>
            <pc:sldMk cId="3667455686" sldId="284"/>
            <ac:spMk id="9" creationId="{BC7A1E58-0980-2AA3-CD13-2E4B663E93E5}"/>
          </ac:spMkLst>
        </pc:spChg>
        <pc:spChg chg="add mod">
          <ac:chgData name="Aaron Hamilton" userId="18204c3e-02c8-4c76-b06e-0d252f35102f" providerId="ADAL" clId="{86A63069-2CCC-5A02-9D86-AB1A41F75532}" dt="2026-10-03T21:53:08.068" v="254" actId="207"/>
          <ac:spMkLst>
            <pc:docMk/>
            <pc:sldMk cId="3667455686" sldId="284"/>
            <ac:spMk id="10" creationId="{7198ECF3-AACA-2793-BFF4-F197C461D923}"/>
          </ac:spMkLst>
        </pc:spChg>
      </pc:sldChg>
      <pc:sldChg chg="addSp delSp modSp add mod modTransition modNotesTx">
        <pc:chgData name="Aaron Hamilton" userId="18204c3e-02c8-4c76-b06e-0d252f35102f" providerId="ADAL" clId="{86A63069-2CCC-5A02-9D86-AB1A41F75532}" dt="2026-10-10T08:54:28.755" v="8707" actId="20577"/>
        <pc:sldMkLst>
          <pc:docMk/>
          <pc:sldMk cId="463772295" sldId="285"/>
        </pc:sldMkLst>
        <pc:spChg chg="add mod">
          <ac:chgData name="Aaron Hamilton" userId="18204c3e-02c8-4c76-b06e-0d252f35102f" providerId="ADAL" clId="{86A63069-2CCC-5A02-9D86-AB1A41F75532}" dt="2026-10-07T15:34:25.962" v="3083" actId="1037"/>
          <ac:spMkLst>
            <pc:docMk/>
            <pc:sldMk cId="463772295" sldId="285"/>
            <ac:spMk id="7" creationId="{536F09E7-9CBB-6CB0-39AF-4E7D5CDB02A3}"/>
          </ac:spMkLst>
        </pc:spChg>
        <pc:spChg chg="add mod">
          <ac:chgData name="Aaron Hamilton" userId="18204c3e-02c8-4c76-b06e-0d252f35102f" providerId="ADAL" clId="{86A63069-2CCC-5A02-9D86-AB1A41F75532}" dt="2026-10-03T22:02:28.403" v="742" actId="1076"/>
          <ac:spMkLst>
            <pc:docMk/>
            <pc:sldMk cId="463772295" sldId="285"/>
            <ac:spMk id="8" creationId="{A15AE641-5C6E-5366-2CFB-62828EA19D86}"/>
          </ac:spMkLst>
        </pc:spChg>
        <pc:spChg chg="mod">
          <ac:chgData name="Aaron Hamilton" userId="18204c3e-02c8-4c76-b06e-0d252f35102f" providerId="ADAL" clId="{86A63069-2CCC-5A02-9D86-AB1A41F75532}" dt="2026-10-03T22:02:34.464" v="744" actId="403"/>
          <ac:spMkLst>
            <pc:docMk/>
            <pc:sldMk cId="463772295" sldId="285"/>
            <ac:spMk id="9" creationId="{016A650E-D01A-0826-1EC8-7A3E5858D258}"/>
          </ac:spMkLst>
        </pc:spChg>
        <pc:spChg chg="add mod">
          <ac:chgData name="Aaron Hamilton" userId="18204c3e-02c8-4c76-b06e-0d252f35102f" providerId="ADAL" clId="{86A63069-2CCC-5A02-9D86-AB1A41F75532}" dt="2026-10-03T22:04:56.825" v="762" actId="2711"/>
          <ac:spMkLst>
            <pc:docMk/>
            <pc:sldMk cId="463772295" sldId="285"/>
            <ac:spMk id="11" creationId="{B4A4E7E0-38B4-043A-3AA1-998491B5F78F}"/>
          </ac:spMkLst>
        </pc:spChg>
        <pc:spChg chg="mod">
          <ac:chgData name="Aaron Hamilton" userId="18204c3e-02c8-4c76-b06e-0d252f35102f" providerId="ADAL" clId="{86A63069-2CCC-5A02-9D86-AB1A41F75532}" dt="2026-10-03T22:07:28.010" v="791" actId="20577"/>
          <ac:spMkLst>
            <pc:docMk/>
            <pc:sldMk cId="463772295" sldId="285"/>
            <ac:spMk id="15" creationId="{D6678175-949D-AFC7-BF74-18B0C0E947C3}"/>
          </ac:spMkLst>
        </pc:spChg>
        <pc:spChg chg="mod">
          <ac:chgData name="Aaron Hamilton" userId="18204c3e-02c8-4c76-b06e-0d252f35102f" providerId="ADAL" clId="{86A63069-2CCC-5A02-9D86-AB1A41F75532}" dt="2026-10-03T22:07:35.163" v="799" actId="20577"/>
          <ac:spMkLst>
            <pc:docMk/>
            <pc:sldMk cId="463772295" sldId="285"/>
            <ac:spMk id="18" creationId="{366311CD-2174-2C9D-EC8F-59F59BC060E8}"/>
          </ac:spMkLst>
        </pc:spChg>
        <pc:spChg chg="mod">
          <ac:chgData name="Aaron Hamilton" userId="18204c3e-02c8-4c76-b06e-0d252f35102f" providerId="ADAL" clId="{86A63069-2CCC-5A02-9D86-AB1A41F75532}" dt="2026-10-03T22:07:39.549" v="806" actId="20577"/>
          <ac:spMkLst>
            <pc:docMk/>
            <pc:sldMk cId="463772295" sldId="285"/>
            <ac:spMk id="21" creationId="{0D4E81D9-0330-BA3E-B7EE-BC076D3A6F65}"/>
          </ac:spMkLst>
        </pc:spChg>
        <pc:spChg chg="mod">
          <ac:chgData name="Aaron Hamilton" userId="18204c3e-02c8-4c76-b06e-0d252f35102f" providerId="ADAL" clId="{86A63069-2CCC-5A02-9D86-AB1A41F75532}" dt="2026-10-03T22:07:43.644" v="811" actId="20577"/>
          <ac:spMkLst>
            <pc:docMk/>
            <pc:sldMk cId="463772295" sldId="285"/>
            <ac:spMk id="24" creationId="{8CC03747-4160-BEBD-69F7-FD73B076EF27}"/>
          </ac:spMkLst>
        </pc:spChg>
        <pc:spChg chg="mod">
          <ac:chgData name="Aaron Hamilton" userId="18204c3e-02c8-4c76-b06e-0d252f35102f" providerId="ADAL" clId="{86A63069-2CCC-5A02-9D86-AB1A41F75532}" dt="2026-10-03T22:10:05.467" v="834" actId="20577"/>
          <ac:spMkLst>
            <pc:docMk/>
            <pc:sldMk cId="463772295" sldId="285"/>
            <ac:spMk id="27" creationId="{75261AA6-BDBC-61C6-C5D3-5F01F9E29AC1}"/>
          </ac:spMkLst>
        </pc:spChg>
        <pc:grpChg chg="add mod">
          <ac:chgData name="Aaron Hamilton" userId="18204c3e-02c8-4c76-b06e-0d252f35102f" providerId="ADAL" clId="{86A63069-2CCC-5A02-9D86-AB1A41F75532}" dt="2026-10-03T22:06:51.645" v="784" actId="1076"/>
          <ac:grpSpMkLst>
            <pc:docMk/>
            <pc:sldMk cId="463772295" sldId="285"/>
            <ac:grpSpMk id="13" creationId="{8D8F92ED-2D9F-D2B5-F703-F99F99311B43}"/>
          </ac:grpSpMkLst>
        </pc:grpChg>
        <pc:grpChg chg="add del mod">
          <ac:chgData name="Aaron Hamilton" userId="18204c3e-02c8-4c76-b06e-0d252f35102f" providerId="ADAL" clId="{86A63069-2CCC-5A02-9D86-AB1A41F75532}" dt="2026-10-03T22:11:39.328" v="849" actId="478"/>
          <ac:grpSpMkLst>
            <pc:docMk/>
            <pc:sldMk cId="463772295" sldId="285"/>
            <ac:grpSpMk id="29" creationId="{A9E36052-A37C-A25B-3024-99A9521576B9}"/>
          </ac:grpSpMkLst>
        </pc:grpChg>
        <pc:grpChg chg="add">
          <ac:chgData name="Aaron Hamilton" userId="18204c3e-02c8-4c76-b06e-0d252f35102f" providerId="ADAL" clId="{86A63069-2CCC-5A02-9D86-AB1A41F75532}" dt="2026-10-03T22:12:56.530" v="866" actId="164"/>
          <ac:grpSpMkLst>
            <pc:docMk/>
            <pc:sldMk cId="463772295" sldId="285"/>
            <ac:grpSpMk id="35" creationId="{6E57219D-BEE4-A763-5BC3-C9D8B38314D2}"/>
          </ac:grpSpMkLst>
        </pc:grpChg>
        <pc:picChg chg="add mod">
          <ac:chgData name="Aaron Hamilton" userId="18204c3e-02c8-4c76-b06e-0d252f35102f" providerId="ADAL" clId="{86A63069-2CCC-5A02-9D86-AB1A41F75532}" dt="2026-10-07T15:34:25.962" v="3083" actId="1037"/>
          <ac:picMkLst>
            <pc:docMk/>
            <pc:sldMk cId="463772295" sldId="285"/>
            <ac:picMk id="2" creationId="{918BEFA8-8520-A954-5BCB-36606D32439E}"/>
          </ac:picMkLst>
        </pc:picChg>
        <pc:picChg chg="add mod">
          <ac:chgData name="Aaron Hamilton" userId="18204c3e-02c8-4c76-b06e-0d252f35102f" providerId="ADAL" clId="{86A63069-2CCC-5A02-9D86-AB1A41F75532}" dt="2026-10-03T22:05:40.573" v="768" actId="1076"/>
          <ac:picMkLst>
            <pc:docMk/>
            <pc:sldMk cId="463772295" sldId="285"/>
            <ac:picMk id="12" creationId="{F5279A12-D25C-12AA-0E01-191B45CA672A}"/>
          </ac:picMkLst>
        </pc:picChg>
        <pc:picChg chg="add mod">
          <ac:chgData name="Aaron Hamilton" userId="18204c3e-02c8-4c76-b06e-0d252f35102f" providerId="ADAL" clId="{86A63069-2CCC-5A02-9D86-AB1A41F75532}" dt="2026-10-03T22:08:31.367" v="820" actId="1076"/>
          <ac:picMkLst>
            <pc:docMk/>
            <pc:sldMk cId="463772295" sldId="285"/>
            <ac:picMk id="30" creationId="{D9575442-FF93-72C8-B22F-A52DB3969574}"/>
          </ac:picMkLst>
        </pc:picChg>
        <pc:picChg chg="add mod">
          <ac:chgData name="Aaron Hamilton" userId="18204c3e-02c8-4c76-b06e-0d252f35102f" providerId="ADAL" clId="{86A63069-2CCC-5A02-9D86-AB1A41F75532}" dt="2026-10-03T22:09:57.754" v="832" actId="1076"/>
          <ac:picMkLst>
            <pc:docMk/>
            <pc:sldMk cId="463772295" sldId="285"/>
            <ac:picMk id="31" creationId="{211694CF-C726-7FB9-09B1-B6F4740D5A5C}"/>
          </ac:picMkLst>
        </pc:picChg>
        <pc:picChg chg="add mod">
          <ac:chgData name="Aaron Hamilton" userId="18204c3e-02c8-4c76-b06e-0d252f35102f" providerId="ADAL" clId="{86A63069-2CCC-5A02-9D86-AB1A41F75532}" dt="2026-10-03T22:10:50.534" v="846" actId="1076"/>
          <ac:picMkLst>
            <pc:docMk/>
            <pc:sldMk cId="463772295" sldId="285"/>
            <ac:picMk id="32" creationId="{5B85A7AD-B5FC-62EC-F247-A3F4AA539841}"/>
          </ac:picMkLst>
        </pc:picChg>
        <pc:picChg chg="add mod">
          <ac:chgData name="Aaron Hamilton" userId="18204c3e-02c8-4c76-b06e-0d252f35102f" providerId="ADAL" clId="{86A63069-2CCC-5A02-9D86-AB1A41F75532}" dt="2026-10-03T22:12:05.554" v="857" actId="1076"/>
          <ac:picMkLst>
            <pc:docMk/>
            <pc:sldMk cId="463772295" sldId="285"/>
            <ac:picMk id="33" creationId="{095C0A62-622E-A0E8-0C81-780C997BFC35}"/>
          </ac:picMkLst>
        </pc:picChg>
        <pc:picChg chg="add mod">
          <ac:chgData name="Aaron Hamilton" userId="18204c3e-02c8-4c76-b06e-0d252f35102f" providerId="ADAL" clId="{86A63069-2CCC-5A02-9D86-AB1A41F75532}" dt="2026-10-03T22:12:49.323" v="865" actId="1076"/>
          <ac:picMkLst>
            <pc:docMk/>
            <pc:sldMk cId="463772295" sldId="285"/>
            <ac:picMk id="34" creationId="{BB7E0F62-2D7D-33E1-0C00-75F52D4AAF39}"/>
          </ac:picMkLst>
        </pc:picChg>
      </pc:sldChg>
      <pc:sldChg chg="addSp delSp modSp add mod modTransition modNotesTx">
        <pc:chgData name="Aaron Hamilton" userId="18204c3e-02c8-4c76-b06e-0d252f35102f" providerId="ADAL" clId="{86A63069-2CCC-5A02-9D86-AB1A41F75532}" dt="2026-10-10T09:28:42.585" v="10193" actId="20577"/>
        <pc:sldMkLst>
          <pc:docMk/>
          <pc:sldMk cId="760331326" sldId="286"/>
        </pc:sldMkLst>
        <pc:spChg chg="mod topLvl">
          <ac:chgData name="Aaron Hamilton" userId="18204c3e-02c8-4c76-b06e-0d252f35102f" providerId="ADAL" clId="{86A63069-2CCC-5A02-9D86-AB1A41F75532}" dt="2026-10-03T23:00:24.910" v="1873" actId="1035"/>
          <ac:spMkLst>
            <pc:docMk/>
            <pc:sldMk cId="760331326" sldId="286"/>
            <ac:spMk id="5" creationId="{CE51EADF-8503-7114-EE49-6518E5222DDE}"/>
          </ac:spMkLst>
        </pc:spChg>
        <pc:spChg chg="mod">
          <ac:chgData name="Aaron Hamilton" userId="18204c3e-02c8-4c76-b06e-0d252f35102f" providerId="ADAL" clId="{86A63069-2CCC-5A02-9D86-AB1A41F75532}" dt="2026-10-07T15:33:37.076" v="2963"/>
          <ac:spMkLst>
            <pc:docMk/>
            <pc:sldMk cId="760331326" sldId="286"/>
            <ac:spMk id="7" creationId="{B510CDB2-08E3-0C63-14CD-70C2C9CD35BD}"/>
          </ac:spMkLst>
        </pc:spChg>
        <pc:spChg chg="mod">
          <ac:chgData name="Aaron Hamilton" userId="18204c3e-02c8-4c76-b06e-0d252f35102f" providerId="ADAL" clId="{86A63069-2CCC-5A02-9D86-AB1A41F75532}" dt="2026-10-03T22:27:39.440" v="1227" actId="1076"/>
          <ac:spMkLst>
            <pc:docMk/>
            <pc:sldMk cId="760331326" sldId="286"/>
            <ac:spMk id="8" creationId="{82B67AA8-4FE4-D3C1-B2E5-F51F5D684CC3}"/>
          </ac:spMkLst>
        </pc:spChg>
        <pc:spChg chg="mod">
          <ac:chgData name="Aaron Hamilton" userId="18204c3e-02c8-4c76-b06e-0d252f35102f" providerId="ADAL" clId="{86A63069-2CCC-5A02-9D86-AB1A41F75532}" dt="2026-10-03T22:16:48.636" v="873" actId="20577"/>
          <ac:spMkLst>
            <pc:docMk/>
            <pc:sldMk cId="760331326" sldId="286"/>
            <ac:spMk id="9" creationId="{FE0CFB5B-4ED6-8209-D801-7C8831658946}"/>
          </ac:spMkLst>
        </pc:spChg>
        <pc:spChg chg="mod">
          <ac:chgData name="Aaron Hamilton" userId="18204c3e-02c8-4c76-b06e-0d252f35102f" providerId="ADAL" clId="{86A63069-2CCC-5A02-9D86-AB1A41F75532}" dt="2026-10-07T15:34:53.456" v="3084"/>
          <ac:spMkLst>
            <pc:docMk/>
            <pc:sldMk cId="760331326" sldId="286"/>
            <ac:spMk id="12" creationId="{2FFFDAC6-2D2B-F910-5460-D13B41717018}"/>
          </ac:spMkLst>
        </pc:spChg>
        <pc:grpChg chg="add mod">
          <ac:chgData name="Aaron Hamilton" userId="18204c3e-02c8-4c76-b06e-0d252f35102f" providerId="ADAL" clId="{86A63069-2CCC-5A02-9D86-AB1A41F75532}" dt="2026-10-07T15:34:05.129" v="3033" actId="167"/>
          <ac:grpSpMkLst>
            <pc:docMk/>
            <pc:sldMk cId="760331326" sldId="286"/>
            <ac:grpSpMk id="3" creationId="{855727DD-ADD7-D099-0E63-C75C4C6A1809}"/>
          </ac:grpSpMkLst>
        </pc:grpChg>
        <pc:grpChg chg="add mod">
          <ac:chgData name="Aaron Hamilton" userId="18204c3e-02c8-4c76-b06e-0d252f35102f" providerId="ADAL" clId="{86A63069-2CCC-5A02-9D86-AB1A41F75532}" dt="2026-10-07T15:35:07.672" v="3132" actId="167"/>
          <ac:grpSpMkLst>
            <pc:docMk/>
            <pc:sldMk cId="760331326" sldId="286"/>
            <ac:grpSpMk id="10" creationId="{0B26AD59-32A6-3497-8815-897A2B3ED757}"/>
          </ac:grpSpMkLst>
        </pc:grpChg>
        <pc:picChg chg="add mod">
          <ac:chgData name="Aaron Hamilton" userId="18204c3e-02c8-4c76-b06e-0d252f35102f" providerId="ADAL" clId="{86A63069-2CCC-5A02-9D86-AB1A41F75532}" dt="2026-10-03T23:00:24.910" v="1873" actId="1035"/>
          <ac:picMkLst>
            <pc:docMk/>
            <pc:sldMk cId="760331326" sldId="286"/>
            <ac:picMk id="2" creationId="{4277F781-E879-24A4-E25E-0F7A69C02D3C}"/>
          </ac:picMkLst>
        </pc:picChg>
        <pc:picChg chg="mod">
          <ac:chgData name="Aaron Hamilton" userId="18204c3e-02c8-4c76-b06e-0d252f35102f" providerId="ADAL" clId="{86A63069-2CCC-5A02-9D86-AB1A41F75532}" dt="2026-10-07T15:33:37.076" v="2963"/>
          <ac:picMkLst>
            <pc:docMk/>
            <pc:sldMk cId="760331326" sldId="286"/>
            <ac:picMk id="6" creationId="{F010047D-75A7-EF06-8B05-E446035C97B5}"/>
          </ac:picMkLst>
        </pc:picChg>
        <pc:picChg chg="mod">
          <ac:chgData name="Aaron Hamilton" userId="18204c3e-02c8-4c76-b06e-0d252f35102f" providerId="ADAL" clId="{86A63069-2CCC-5A02-9D86-AB1A41F75532}" dt="2026-10-07T15:34:53.456" v="3084"/>
          <ac:picMkLst>
            <pc:docMk/>
            <pc:sldMk cId="760331326" sldId="286"/>
            <ac:picMk id="11" creationId="{9BE0F5F2-4376-B765-1F83-46DC48E49A78}"/>
          </ac:picMkLst>
        </pc:picChg>
      </pc:sldChg>
      <pc:sldChg chg="addSp delSp modSp add mod ord modTransition modNotesTx">
        <pc:chgData name="Aaron Hamilton" userId="18204c3e-02c8-4c76-b06e-0d252f35102f" providerId="ADAL" clId="{86A63069-2CCC-5A02-9D86-AB1A41F75532}" dt="2026-10-10T10:12:09.089" v="17038" actId="20577"/>
        <pc:sldMkLst>
          <pc:docMk/>
          <pc:sldMk cId="995733660" sldId="287"/>
        </pc:sldMkLst>
        <pc:spChg chg="add mod">
          <ac:chgData name="Aaron Hamilton" userId="18204c3e-02c8-4c76-b06e-0d252f35102f" providerId="ADAL" clId="{86A63069-2CCC-5A02-9D86-AB1A41F75532}" dt="2026-10-03T22:28:14.992" v="1232" actId="688"/>
          <ac:spMkLst>
            <pc:docMk/>
            <pc:sldMk cId="995733660" sldId="287"/>
            <ac:spMk id="7" creationId="{C9D68682-2BFF-374C-EDAD-EC8E67C6017A}"/>
          </ac:spMkLst>
        </pc:spChg>
        <pc:spChg chg="mod">
          <ac:chgData name="Aaron Hamilton" userId="18204c3e-02c8-4c76-b06e-0d252f35102f" providerId="ADAL" clId="{86A63069-2CCC-5A02-9D86-AB1A41F75532}" dt="2026-10-03T22:29:14.886" v="1273" actId="20577"/>
          <ac:spMkLst>
            <pc:docMk/>
            <pc:sldMk cId="995733660" sldId="287"/>
            <ac:spMk id="9" creationId="{4735EF5A-E921-D940-2619-E08830B1A6D5}"/>
          </ac:spMkLst>
        </pc:spChg>
        <pc:spChg chg="add mod">
          <ac:chgData name="Aaron Hamilton" userId="18204c3e-02c8-4c76-b06e-0d252f35102f" providerId="ADAL" clId="{86A63069-2CCC-5A02-9D86-AB1A41F75532}" dt="2026-10-07T15:36:15.143" v="3177" actId="167"/>
          <ac:spMkLst>
            <pc:docMk/>
            <pc:sldMk cId="995733660" sldId="287"/>
            <ac:spMk id="11" creationId="{FD95687A-B3D1-0DF2-6E02-B17D254A0069}"/>
          </ac:spMkLst>
        </pc:spChg>
        <pc:spChg chg="add mod">
          <ac:chgData name="Aaron Hamilton" userId="18204c3e-02c8-4c76-b06e-0d252f35102f" providerId="ADAL" clId="{86A63069-2CCC-5A02-9D86-AB1A41F75532}" dt="2026-10-03T22:36:16.802" v="1521" actId="1076"/>
          <ac:spMkLst>
            <pc:docMk/>
            <pc:sldMk cId="995733660" sldId="287"/>
            <ac:spMk id="14" creationId="{FA8DA650-5CBE-2898-B64E-F5C4531E63AD}"/>
          </ac:spMkLst>
        </pc:spChg>
        <pc:spChg chg="add mod">
          <ac:chgData name="Aaron Hamilton" userId="18204c3e-02c8-4c76-b06e-0d252f35102f" providerId="ADAL" clId="{86A63069-2CCC-5A02-9D86-AB1A41F75532}" dt="2026-10-03T22:36:16.802" v="1521" actId="1076"/>
          <ac:spMkLst>
            <pc:docMk/>
            <pc:sldMk cId="995733660" sldId="287"/>
            <ac:spMk id="17" creationId="{7555D358-FDD3-02DE-BD37-C7E931746CFC}"/>
          </ac:spMkLst>
        </pc:spChg>
        <pc:spChg chg="add mod">
          <ac:chgData name="Aaron Hamilton" userId="18204c3e-02c8-4c76-b06e-0d252f35102f" providerId="ADAL" clId="{86A63069-2CCC-5A02-9D86-AB1A41F75532}" dt="2026-10-03T22:36:24.799" v="1525" actId="20577"/>
          <ac:spMkLst>
            <pc:docMk/>
            <pc:sldMk cId="995733660" sldId="287"/>
            <ac:spMk id="20" creationId="{81D8B619-483F-379C-028F-637B4EBA1640}"/>
          </ac:spMkLst>
        </pc:spChg>
        <pc:spChg chg="add mod">
          <ac:chgData name="Aaron Hamilton" userId="18204c3e-02c8-4c76-b06e-0d252f35102f" providerId="ADAL" clId="{86A63069-2CCC-5A02-9D86-AB1A41F75532}" dt="2026-10-03T22:36:16.802" v="1521" actId="1076"/>
          <ac:spMkLst>
            <pc:docMk/>
            <pc:sldMk cId="995733660" sldId="287"/>
            <ac:spMk id="22" creationId="{9521E436-6B6D-CD66-706A-42F949F7724E}"/>
          </ac:spMkLst>
        </pc:spChg>
        <pc:spChg chg="add mod">
          <ac:chgData name="Aaron Hamilton" userId="18204c3e-02c8-4c76-b06e-0d252f35102f" providerId="ADAL" clId="{86A63069-2CCC-5A02-9D86-AB1A41F75532}" dt="2026-10-03T22:37:30.541" v="1536"/>
          <ac:spMkLst>
            <pc:docMk/>
            <pc:sldMk cId="995733660" sldId="287"/>
            <ac:spMk id="36" creationId="{6BC6050D-2906-ADC8-91F2-73374E058DE4}"/>
          </ac:spMkLst>
        </pc:spChg>
        <pc:spChg chg="add mod">
          <ac:chgData name="Aaron Hamilton" userId="18204c3e-02c8-4c76-b06e-0d252f35102f" providerId="ADAL" clId="{86A63069-2CCC-5A02-9D86-AB1A41F75532}" dt="2026-10-03T22:38:10.569" v="1543" actId="2711"/>
          <ac:spMkLst>
            <pc:docMk/>
            <pc:sldMk cId="995733660" sldId="287"/>
            <ac:spMk id="37" creationId="{852B645A-681F-C875-BED2-8753DA7565D7}"/>
          </ac:spMkLst>
        </pc:spChg>
        <pc:spChg chg="add mod">
          <ac:chgData name="Aaron Hamilton" userId="18204c3e-02c8-4c76-b06e-0d252f35102f" providerId="ADAL" clId="{86A63069-2CCC-5A02-9D86-AB1A41F75532}" dt="2026-10-03T22:37:18.015" v="1535" actId="20577"/>
          <ac:spMkLst>
            <pc:docMk/>
            <pc:sldMk cId="995733660" sldId="287"/>
            <ac:spMk id="38" creationId="{93918F21-5FDD-DE40-9590-1F4CBB0E1B9A}"/>
          </ac:spMkLst>
        </pc:spChg>
        <pc:spChg chg="add mod">
          <ac:chgData name="Aaron Hamilton" userId="18204c3e-02c8-4c76-b06e-0d252f35102f" providerId="ADAL" clId="{86A63069-2CCC-5A02-9D86-AB1A41F75532}" dt="2026-10-03T22:37:49.438" v="1539" actId="20577"/>
          <ac:spMkLst>
            <pc:docMk/>
            <pc:sldMk cId="995733660" sldId="287"/>
            <ac:spMk id="39" creationId="{EC4DBA46-7BDF-15A1-BB3B-4E44BB205772}"/>
          </ac:spMkLst>
        </pc:spChg>
        <pc:grpChg chg="add mod">
          <ac:chgData name="Aaron Hamilton" userId="18204c3e-02c8-4c76-b06e-0d252f35102f" providerId="ADAL" clId="{86A63069-2CCC-5A02-9D86-AB1A41F75532}" dt="2026-10-03T22:28:38.476" v="1236" actId="167"/>
          <ac:grpSpMkLst>
            <pc:docMk/>
            <pc:sldMk cId="995733660" sldId="287"/>
            <ac:grpSpMk id="10" creationId="{C8905AD3-00A7-F8B1-9DDE-C5EB2EEEA352}"/>
          </ac:grpSpMkLst>
        </pc:grpChg>
        <pc:picChg chg="add mod">
          <ac:chgData name="Aaron Hamilton" userId="18204c3e-02c8-4c76-b06e-0d252f35102f" providerId="ADAL" clId="{86A63069-2CCC-5A02-9D86-AB1A41F75532}" dt="2026-10-03T22:28:21.988" v="1233" actId="1076"/>
          <ac:picMkLst>
            <pc:docMk/>
            <pc:sldMk cId="995733660" sldId="287"/>
            <ac:picMk id="2" creationId="{96A2571F-0942-7E67-587F-16025B69A2F2}"/>
          </ac:picMkLst>
        </pc:picChg>
        <pc:picChg chg="add mod">
          <ac:chgData name="Aaron Hamilton" userId="18204c3e-02c8-4c76-b06e-0d252f35102f" providerId="ADAL" clId="{86A63069-2CCC-5A02-9D86-AB1A41F75532}" dt="2026-10-07T15:36:15.143" v="3177" actId="167"/>
          <ac:picMkLst>
            <pc:docMk/>
            <pc:sldMk cId="995733660" sldId="287"/>
            <ac:picMk id="8" creationId="{0F6073B6-68A2-8FF4-6298-3F8AB3294361}"/>
          </ac:picMkLst>
        </pc:picChg>
      </pc:sldChg>
      <pc:sldChg chg="addSp delSp modSp add mod modTransition modNotesTx">
        <pc:chgData name="Aaron Hamilton" userId="18204c3e-02c8-4c76-b06e-0d252f35102f" providerId="ADAL" clId="{86A63069-2CCC-5A02-9D86-AB1A41F75532}" dt="2026-10-11T15:40:54.544" v="19603" actId="33524"/>
        <pc:sldMkLst>
          <pc:docMk/>
          <pc:sldMk cId="179583553" sldId="288"/>
        </pc:sldMkLst>
        <pc:spChg chg="mod">
          <ac:chgData name="Aaron Hamilton" userId="18204c3e-02c8-4c76-b06e-0d252f35102f" providerId="ADAL" clId="{86A63069-2CCC-5A02-9D86-AB1A41F75532}" dt="2026-10-03T23:06:16.457" v="2074" actId="20577"/>
          <ac:spMkLst>
            <pc:docMk/>
            <pc:sldMk cId="179583553" sldId="288"/>
            <ac:spMk id="9" creationId="{B185EEB4-08FA-A8F5-B9D8-4CC2695FE9B4}"/>
          </ac:spMkLst>
        </pc:spChg>
        <pc:spChg chg="add mod">
          <ac:chgData name="Aaron Hamilton" userId="18204c3e-02c8-4c76-b06e-0d252f35102f" providerId="ADAL" clId="{86A63069-2CCC-5A02-9D86-AB1A41F75532}" dt="2026-10-03T23:14:51.811" v="2394" actId="1076"/>
          <ac:spMkLst>
            <pc:docMk/>
            <pc:sldMk cId="179583553" sldId="288"/>
            <ac:spMk id="13" creationId="{C58B953A-5474-9C54-9E50-CE81356EA214}"/>
          </ac:spMkLst>
        </pc:spChg>
        <pc:spChg chg="add mod">
          <ac:chgData name="Aaron Hamilton" userId="18204c3e-02c8-4c76-b06e-0d252f35102f" providerId="ADAL" clId="{86A63069-2CCC-5A02-9D86-AB1A41F75532}" dt="2026-10-03T23:14:51.811" v="2394" actId="1076"/>
          <ac:spMkLst>
            <pc:docMk/>
            <pc:sldMk cId="179583553" sldId="288"/>
            <ac:spMk id="15" creationId="{038B8F3A-CE07-3CFE-00D0-3E9F8284A12A}"/>
          </ac:spMkLst>
        </pc:spChg>
        <pc:spChg chg="add mod">
          <ac:chgData name="Aaron Hamilton" userId="18204c3e-02c8-4c76-b06e-0d252f35102f" providerId="ADAL" clId="{86A63069-2CCC-5A02-9D86-AB1A41F75532}" dt="2026-10-03T23:09:21.104" v="2244" actId="20577"/>
          <ac:spMkLst>
            <pc:docMk/>
            <pc:sldMk cId="179583553" sldId="288"/>
            <ac:spMk id="16" creationId="{D12FE5BE-3230-96A5-8D94-54DC74FB455A}"/>
          </ac:spMkLst>
        </pc:spChg>
        <pc:spChg chg="add mod">
          <ac:chgData name="Aaron Hamilton" userId="18204c3e-02c8-4c76-b06e-0d252f35102f" providerId="ADAL" clId="{86A63069-2CCC-5A02-9D86-AB1A41F75532}" dt="2026-10-03T22:49:46.491" v="1712" actId="207"/>
          <ac:spMkLst>
            <pc:docMk/>
            <pc:sldMk cId="179583553" sldId="288"/>
            <ac:spMk id="21" creationId="{932AE8F4-08DC-932B-CC65-82D29079663B}"/>
          </ac:spMkLst>
        </pc:spChg>
        <pc:spChg chg="add mod">
          <ac:chgData name="Aaron Hamilton" userId="18204c3e-02c8-4c76-b06e-0d252f35102f" providerId="ADAL" clId="{86A63069-2CCC-5A02-9D86-AB1A41F75532}" dt="2026-10-03T23:14:51.811" v="2394" actId="1076"/>
          <ac:spMkLst>
            <pc:docMk/>
            <pc:sldMk cId="179583553" sldId="288"/>
            <ac:spMk id="23" creationId="{DF829B22-C22C-9B98-60A4-E3C7D24AE34F}"/>
          </ac:spMkLst>
        </pc:spChg>
        <pc:spChg chg="add mod">
          <ac:chgData name="Aaron Hamilton" userId="18204c3e-02c8-4c76-b06e-0d252f35102f" providerId="ADAL" clId="{86A63069-2CCC-5A02-9D86-AB1A41F75532}" dt="2026-10-03T23:14:51.811" v="2394" actId="1076"/>
          <ac:spMkLst>
            <pc:docMk/>
            <pc:sldMk cId="179583553" sldId="288"/>
            <ac:spMk id="24" creationId="{8A478450-12FF-E22C-884F-5DF987B1A3F9}"/>
          </ac:spMkLst>
        </pc:spChg>
        <pc:spChg chg="add mod">
          <ac:chgData name="Aaron Hamilton" userId="18204c3e-02c8-4c76-b06e-0d252f35102f" providerId="ADAL" clId="{86A63069-2CCC-5A02-9D86-AB1A41F75532}" dt="2026-10-03T23:14:23.661" v="2391" actId="1076"/>
          <ac:spMkLst>
            <pc:docMk/>
            <pc:sldMk cId="179583553" sldId="288"/>
            <ac:spMk id="25" creationId="{BCE80D75-7150-EE28-E178-ECE85C79B6D5}"/>
          </ac:spMkLst>
        </pc:spChg>
        <pc:spChg chg="add mod">
          <ac:chgData name="Aaron Hamilton" userId="18204c3e-02c8-4c76-b06e-0d252f35102f" providerId="ADAL" clId="{86A63069-2CCC-5A02-9D86-AB1A41F75532}" dt="2026-10-03T23:14:23.661" v="2391" actId="1076"/>
          <ac:spMkLst>
            <pc:docMk/>
            <pc:sldMk cId="179583553" sldId="288"/>
            <ac:spMk id="26" creationId="{47A5FC02-81D0-6009-71E9-E84D562FD8C9}"/>
          </ac:spMkLst>
        </pc:spChg>
        <pc:spChg chg="add mod">
          <ac:chgData name="Aaron Hamilton" userId="18204c3e-02c8-4c76-b06e-0d252f35102f" providerId="ADAL" clId="{86A63069-2CCC-5A02-9D86-AB1A41F75532}" dt="2026-10-03T23:14:51.811" v="2394" actId="1076"/>
          <ac:spMkLst>
            <pc:docMk/>
            <pc:sldMk cId="179583553" sldId="288"/>
            <ac:spMk id="27" creationId="{1007BB26-1E78-4519-07CB-8B2B2DAD96E8}"/>
          </ac:spMkLst>
        </pc:spChg>
        <pc:spChg chg="add mod">
          <ac:chgData name="Aaron Hamilton" userId="18204c3e-02c8-4c76-b06e-0d252f35102f" providerId="ADAL" clId="{86A63069-2CCC-5A02-9D86-AB1A41F75532}" dt="2026-10-03T23:14:30.283" v="2392" actId="1076"/>
          <ac:spMkLst>
            <pc:docMk/>
            <pc:sldMk cId="179583553" sldId="288"/>
            <ac:spMk id="28" creationId="{F869F5AE-B0DF-553F-3711-32F64CF64DB0}"/>
          </ac:spMkLst>
        </pc:spChg>
        <pc:spChg chg="add mod">
          <ac:chgData name="Aaron Hamilton" userId="18204c3e-02c8-4c76-b06e-0d252f35102f" providerId="ADAL" clId="{86A63069-2CCC-5A02-9D86-AB1A41F75532}" dt="2026-10-03T23:14:51.811" v="2394" actId="1076"/>
          <ac:spMkLst>
            <pc:docMk/>
            <pc:sldMk cId="179583553" sldId="288"/>
            <ac:spMk id="29" creationId="{A49580FF-D6A9-98CF-7E34-9D943F97F059}"/>
          </ac:spMkLst>
        </pc:spChg>
        <pc:spChg chg="add mod">
          <ac:chgData name="Aaron Hamilton" userId="18204c3e-02c8-4c76-b06e-0d252f35102f" providerId="ADAL" clId="{86A63069-2CCC-5A02-9D86-AB1A41F75532}" dt="2026-10-03T23:14:51.811" v="2394" actId="1076"/>
          <ac:spMkLst>
            <pc:docMk/>
            <pc:sldMk cId="179583553" sldId="288"/>
            <ac:spMk id="30" creationId="{B6C94EB4-7183-FAB2-C15F-9E60B5979089}"/>
          </ac:spMkLst>
        </pc:spChg>
        <pc:spChg chg="add mod">
          <ac:chgData name="Aaron Hamilton" userId="18204c3e-02c8-4c76-b06e-0d252f35102f" providerId="ADAL" clId="{86A63069-2CCC-5A02-9D86-AB1A41F75532}" dt="2026-10-03T23:14:51.811" v="2394" actId="1076"/>
          <ac:spMkLst>
            <pc:docMk/>
            <pc:sldMk cId="179583553" sldId="288"/>
            <ac:spMk id="32" creationId="{01FB9CA7-6DDB-C575-35D5-92F28D90F1D1}"/>
          </ac:spMkLst>
        </pc:spChg>
        <pc:spChg chg="add mod">
          <ac:chgData name="Aaron Hamilton" userId="18204c3e-02c8-4c76-b06e-0d252f35102f" providerId="ADAL" clId="{86A63069-2CCC-5A02-9D86-AB1A41F75532}" dt="2026-10-03T23:14:51.811" v="2394" actId="1076"/>
          <ac:spMkLst>
            <pc:docMk/>
            <pc:sldMk cId="179583553" sldId="288"/>
            <ac:spMk id="33" creationId="{ED1E99E3-F7D1-8F93-C14E-A2339735D4B5}"/>
          </ac:spMkLst>
        </pc:spChg>
        <pc:spChg chg="add mod">
          <ac:chgData name="Aaron Hamilton" userId="18204c3e-02c8-4c76-b06e-0d252f35102f" providerId="ADAL" clId="{86A63069-2CCC-5A02-9D86-AB1A41F75532}" dt="2026-10-03T23:14:51.811" v="2394" actId="1076"/>
          <ac:spMkLst>
            <pc:docMk/>
            <pc:sldMk cId="179583553" sldId="288"/>
            <ac:spMk id="34" creationId="{3B27D94E-B274-C002-3742-F21BBCBBA0A0}"/>
          </ac:spMkLst>
        </pc:spChg>
        <pc:grpChg chg="add del mod">
          <ac:chgData name="Aaron Hamilton" userId="18204c3e-02c8-4c76-b06e-0d252f35102f" providerId="ADAL" clId="{86A63069-2CCC-5A02-9D86-AB1A41F75532}" dt="2026-10-03T23:06:41.096" v="2078" actId="1076"/>
          <ac:grpSpMkLst>
            <pc:docMk/>
            <pc:sldMk cId="179583553" sldId="288"/>
            <ac:grpSpMk id="6" creationId="{39E7555A-2785-ACB6-62A4-5C0519537D06}"/>
          </ac:grpSpMkLst>
        </pc:grpChg>
      </pc:sldChg>
      <pc:sldChg chg="addSp delSp modSp mod modTransition modNotesTx">
        <pc:chgData name="Aaron Hamilton" userId="18204c3e-02c8-4c76-b06e-0d252f35102f" providerId="ADAL" clId="{86A63069-2CCC-5A02-9D86-AB1A41F75532}" dt="2026-10-10T10:14:54.196" v="18802" actId="20577"/>
        <pc:sldMkLst>
          <pc:docMk/>
          <pc:sldMk cId="2347342010" sldId="289"/>
        </pc:sldMkLst>
        <pc:spChg chg="mod">
          <ac:chgData name="Aaron Hamilton" userId="18204c3e-02c8-4c76-b06e-0d252f35102f" providerId="ADAL" clId="{86A63069-2CCC-5A02-9D86-AB1A41F75532}" dt="2026-10-07T15:29:01.103" v="2867" actId="20577"/>
          <ac:spMkLst>
            <pc:docMk/>
            <pc:sldMk cId="2347342010" sldId="289"/>
            <ac:spMk id="8" creationId="{C227C96F-FD69-EFB3-7EE8-62122179F056}"/>
          </ac:spMkLst>
        </pc:spChg>
        <pc:spChg chg="mod">
          <ac:chgData name="Aaron Hamilton" userId="18204c3e-02c8-4c76-b06e-0d252f35102f" providerId="ADAL" clId="{86A63069-2CCC-5A02-9D86-AB1A41F75532}" dt="2026-10-07T15:19:25.412" v="2626" actId="207"/>
          <ac:spMkLst>
            <pc:docMk/>
            <pc:sldMk cId="2347342010" sldId="289"/>
            <ac:spMk id="13" creationId="{7D7F7451-276C-9B66-7064-B73563209054}"/>
          </ac:spMkLst>
        </pc:spChg>
        <pc:spChg chg="mod">
          <ac:chgData name="Aaron Hamilton" userId="18204c3e-02c8-4c76-b06e-0d252f35102f" providerId="ADAL" clId="{86A63069-2CCC-5A02-9D86-AB1A41F75532}" dt="2026-10-07T14:55:29.148" v="2534" actId="20577"/>
          <ac:spMkLst>
            <pc:docMk/>
            <pc:sldMk cId="2347342010" sldId="289"/>
            <ac:spMk id="14" creationId="{5F0A18D3-8D6A-4D99-BDDC-0FDFDF5AB68D}"/>
          </ac:spMkLst>
        </pc:spChg>
        <pc:spChg chg="mod">
          <ac:chgData name="Aaron Hamilton" userId="18204c3e-02c8-4c76-b06e-0d252f35102f" providerId="ADAL" clId="{86A63069-2CCC-5A02-9D86-AB1A41F75532}" dt="2026-10-07T15:20:38.048" v="2699" actId="207"/>
          <ac:spMkLst>
            <pc:docMk/>
            <pc:sldMk cId="2347342010" sldId="289"/>
            <ac:spMk id="17" creationId="{88D4523D-1E65-2FBF-CB47-6B4B56547173}"/>
          </ac:spMkLst>
        </pc:spChg>
        <pc:spChg chg="mod">
          <ac:chgData name="Aaron Hamilton" userId="18204c3e-02c8-4c76-b06e-0d252f35102f" providerId="ADAL" clId="{86A63069-2CCC-5A02-9D86-AB1A41F75532}" dt="2026-10-07T14:55:39.737" v="2541" actId="20577"/>
          <ac:spMkLst>
            <pc:docMk/>
            <pc:sldMk cId="2347342010" sldId="289"/>
            <ac:spMk id="19" creationId="{DB6887F2-0EA2-3A53-8683-53A527D47F9E}"/>
          </ac:spMkLst>
        </pc:spChg>
        <pc:spChg chg="mod">
          <ac:chgData name="Aaron Hamilton" userId="18204c3e-02c8-4c76-b06e-0d252f35102f" providerId="ADAL" clId="{86A63069-2CCC-5A02-9D86-AB1A41F75532}" dt="2026-10-07T15:22:38.343" v="2713" actId="20577"/>
          <ac:spMkLst>
            <pc:docMk/>
            <pc:sldMk cId="2347342010" sldId="289"/>
            <ac:spMk id="22" creationId="{0E0A4E8D-17C7-CBAA-781C-9BDCC21FE3F8}"/>
          </ac:spMkLst>
        </pc:spChg>
        <pc:spChg chg="mod">
          <ac:chgData name="Aaron Hamilton" userId="18204c3e-02c8-4c76-b06e-0d252f35102f" providerId="ADAL" clId="{86A63069-2CCC-5A02-9D86-AB1A41F75532}" dt="2026-10-07T14:55:45.493" v="2547" actId="20577"/>
          <ac:spMkLst>
            <pc:docMk/>
            <pc:sldMk cId="2347342010" sldId="289"/>
            <ac:spMk id="23" creationId="{9F85220A-AA48-9C03-9E66-13C4E853A967}"/>
          </ac:spMkLst>
        </pc:spChg>
        <pc:spChg chg="mod">
          <ac:chgData name="Aaron Hamilton" userId="18204c3e-02c8-4c76-b06e-0d252f35102f" providerId="ADAL" clId="{86A63069-2CCC-5A02-9D86-AB1A41F75532}" dt="2026-10-07T15:29:54.257" v="2961" actId="20577"/>
          <ac:spMkLst>
            <pc:docMk/>
            <pc:sldMk cId="2347342010" sldId="289"/>
            <ac:spMk id="32" creationId="{7F791C2F-59D9-C70E-9A37-277D1FF8BAF3}"/>
          </ac:spMkLst>
        </pc:spChg>
        <pc:spChg chg="mod">
          <ac:chgData name="Aaron Hamilton" userId="18204c3e-02c8-4c76-b06e-0d252f35102f" providerId="ADAL" clId="{86A63069-2CCC-5A02-9D86-AB1A41F75532}" dt="2026-10-07T14:56:24.909" v="2561" actId="20577"/>
          <ac:spMkLst>
            <pc:docMk/>
            <pc:sldMk cId="2347342010" sldId="289"/>
            <ac:spMk id="33" creationId="{1841EAC9-E4FF-E762-4FEC-EFF5836B5E40}"/>
          </ac:spMkLst>
        </pc:spChg>
        <pc:spChg chg="mod">
          <ac:chgData name="Aaron Hamilton" userId="18204c3e-02c8-4c76-b06e-0d252f35102f" providerId="ADAL" clId="{86A63069-2CCC-5A02-9D86-AB1A41F75532}" dt="2026-10-07T15:28:07.468" v="2863" actId="20577"/>
          <ac:spMkLst>
            <pc:docMk/>
            <pc:sldMk cId="2347342010" sldId="289"/>
            <ac:spMk id="34" creationId="{C53F66BC-C9A6-51C7-225C-033E161C105D}"/>
          </ac:spMkLst>
        </pc:spChg>
        <pc:spChg chg="mod">
          <ac:chgData name="Aaron Hamilton" userId="18204c3e-02c8-4c76-b06e-0d252f35102f" providerId="ADAL" clId="{86A63069-2CCC-5A02-9D86-AB1A41F75532}" dt="2026-10-07T14:56:50.978" v="2576" actId="207"/>
          <ac:spMkLst>
            <pc:docMk/>
            <pc:sldMk cId="2347342010" sldId="289"/>
            <ac:spMk id="35" creationId="{CF8343B1-D770-84AC-DDDD-8A26363AAF77}"/>
          </ac:spMkLst>
        </pc:spChg>
        <pc:spChg chg="mod">
          <ac:chgData name="Aaron Hamilton" userId="18204c3e-02c8-4c76-b06e-0d252f35102f" providerId="ADAL" clId="{86A63069-2CCC-5A02-9D86-AB1A41F75532}" dt="2026-10-07T15:24:11.909" v="2763" actId="20577"/>
          <ac:spMkLst>
            <pc:docMk/>
            <pc:sldMk cId="2347342010" sldId="289"/>
            <ac:spMk id="36" creationId="{AED23EEA-17B9-DDF2-E5F8-03999604F680}"/>
          </ac:spMkLst>
        </pc:spChg>
        <pc:spChg chg="mod">
          <ac:chgData name="Aaron Hamilton" userId="18204c3e-02c8-4c76-b06e-0d252f35102f" providerId="ADAL" clId="{86A63069-2CCC-5A02-9D86-AB1A41F75532}" dt="2026-10-07T14:56:13.843" v="2552" actId="20577"/>
          <ac:spMkLst>
            <pc:docMk/>
            <pc:sldMk cId="2347342010" sldId="289"/>
            <ac:spMk id="37" creationId="{BFE67158-CB0F-C605-3E84-8027CC2C2DB6}"/>
          </ac:spMkLst>
        </pc:spChg>
        <pc:spChg chg="add mod">
          <ac:chgData name="Aaron Hamilton" userId="18204c3e-02c8-4c76-b06e-0d252f35102f" providerId="ADAL" clId="{86A63069-2CCC-5A02-9D86-AB1A41F75532}" dt="2026-10-07T15:28:40.703" v="2866" actId="2085"/>
          <ac:spMkLst>
            <pc:docMk/>
            <pc:sldMk cId="2347342010" sldId="289"/>
            <ac:spMk id="38" creationId="{4CF5DA67-0FAA-7979-CEFC-F5E55954A0B6}"/>
          </ac:spMkLst>
        </pc:spChg>
        <pc:spChg chg="add mod">
          <ac:chgData name="Aaron Hamilton" userId="18204c3e-02c8-4c76-b06e-0d252f35102f" providerId="ADAL" clId="{86A63069-2CCC-5A02-9D86-AB1A41F75532}" dt="2026-10-07T15:15:31.400" v="2594" actId="14100"/>
          <ac:spMkLst>
            <pc:docMk/>
            <pc:sldMk cId="2347342010" sldId="289"/>
            <ac:spMk id="39" creationId="{6E11B5B1-E81E-67DF-0ED2-1F830FC614B8}"/>
          </ac:spMkLst>
        </pc:spChg>
        <pc:spChg chg="add mod">
          <ac:chgData name="Aaron Hamilton" userId="18204c3e-02c8-4c76-b06e-0d252f35102f" providerId="ADAL" clId="{86A63069-2CCC-5A02-9D86-AB1A41F75532}" dt="2026-10-07T15:15:41.015" v="2597" actId="1076"/>
          <ac:spMkLst>
            <pc:docMk/>
            <pc:sldMk cId="2347342010" sldId="289"/>
            <ac:spMk id="40" creationId="{51411B55-CE48-8A8B-9AC1-285A1E4102E6}"/>
          </ac:spMkLst>
        </pc:spChg>
        <pc:spChg chg="mod">
          <ac:chgData name="Aaron Hamilton" userId="18204c3e-02c8-4c76-b06e-0d252f35102f" providerId="ADAL" clId="{86A63069-2CCC-5A02-9D86-AB1A41F75532}" dt="2026-10-07T15:16:08.810" v="2602"/>
          <ac:spMkLst>
            <pc:docMk/>
            <pc:sldMk cId="2347342010" sldId="289"/>
            <ac:spMk id="43" creationId="{66E87690-74FE-C78B-AAF1-F751F6BA329A}"/>
          </ac:spMkLst>
        </pc:spChg>
        <pc:spChg chg="mod">
          <ac:chgData name="Aaron Hamilton" userId="18204c3e-02c8-4c76-b06e-0d252f35102f" providerId="ADAL" clId="{86A63069-2CCC-5A02-9D86-AB1A41F75532}" dt="2026-10-07T15:16:08.810" v="2602"/>
          <ac:spMkLst>
            <pc:docMk/>
            <pc:sldMk cId="2347342010" sldId="289"/>
            <ac:spMk id="44" creationId="{FA57EE42-0E4F-FA57-DF85-00B2DB910430}"/>
          </ac:spMkLst>
        </pc:spChg>
        <pc:spChg chg="add mod">
          <ac:chgData name="Aaron Hamilton" userId="18204c3e-02c8-4c76-b06e-0d252f35102f" providerId="ADAL" clId="{86A63069-2CCC-5A02-9D86-AB1A41F75532}" dt="2026-10-07T15:22:59.215" v="2717" actId="14100"/>
          <ac:spMkLst>
            <pc:docMk/>
            <pc:sldMk cId="2347342010" sldId="289"/>
            <ac:spMk id="45" creationId="{C7F0B61E-D72C-A039-2EE2-0877F7AAA0C0}"/>
          </ac:spMkLst>
        </pc:spChg>
        <pc:spChg chg="add mod">
          <ac:chgData name="Aaron Hamilton" userId="18204c3e-02c8-4c76-b06e-0d252f35102f" providerId="ADAL" clId="{86A63069-2CCC-5A02-9D86-AB1A41F75532}" dt="2026-10-07T15:23:20.216" v="2721" actId="207"/>
          <ac:spMkLst>
            <pc:docMk/>
            <pc:sldMk cId="2347342010" sldId="289"/>
            <ac:spMk id="50" creationId="{8688032B-FD33-5EDD-5B53-B34487D8F642}"/>
          </ac:spMkLst>
        </pc:spChg>
        <pc:spChg chg="add mod">
          <ac:chgData name="Aaron Hamilton" userId="18204c3e-02c8-4c76-b06e-0d252f35102f" providerId="ADAL" clId="{86A63069-2CCC-5A02-9D86-AB1A41F75532}" dt="2026-10-07T15:23:25.820" v="2722" actId="207"/>
          <ac:spMkLst>
            <pc:docMk/>
            <pc:sldMk cId="2347342010" sldId="289"/>
            <ac:spMk id="51" creationId="{0DAF9249-24D8-04C4-1E2E-E741568F4577}"/>
          </ac:spMkLst>
        </pc:spChg>
        <pc:spChg chg="add mod">
          <ac:chgData name="Aaron Hamilton" userId="18204c3e-02c8-4c76-b06e-0d252f35102f" providerId="ADAL" clId="{86A63069-2CCC-5A02-9D86-AB1A41F75532}" dt="2026-10-07T15:24:53.674" v="2771" actId="2085"/>
          <ac:spMkLst>
            <pc:docMk/>
            <pc:sldMk cId="2347342010" sldId="289"/>
            <ac:spMk id="54" creationId="{23390C75-F066-F5E0-C170-4B5B12F1B244}"/>
          </ac:spMkLst>
        </pc:spChg>
        <pc:spChg chg="add mod">
          <ac:chgData name="Aaron Hamilton" userId="18204c3e-02c8-4c76-b06e-0d252f35102f" providerId="ADAL" clId="{86A63069-2CCC-5A02-9D86-AB1A41F75532}" dt="2026-10-07T15:25:33.976" v="2779" actId="207"/>
          <ac:spMkLst>
            <pc:docMk/>
            <pc:sldMk cId="2347342010" sldId="289"/>
            <ac:spMk id="55" creationId="{AD2171F6-A11C-0D3B-2980-3F82A18D7057}"/>
          </ac:spMkLst>
        </pc:spChg>
        <pc:spChg chg="add mod">
          <ac:chgData name="Aaron Hamilton" userId="18204c3e-02c8-4c76-b06e-0d252f35102f" providerId="ADAL" clId="{86A63069-2CCC-5A02-9D86-AB1A41F75532}" dt="2026-10-07T15:25:33.976" v="2779" actId="207"/>
          <ac:spMkLst>
            <pc:docMk/>
            <pc:sldMk cId="2347342010" sldId="289"/>
            <ac:spMk id="56" creationId="{CC124530-DBCD-AFBD-CA8A-FC6683B30F8D}"/>
          </ac:spMkLst>
        </pc:spChg>
        <pc:grpChg chg="mod">
          <ac:chgData name="Aaron Hamilton" userId="18204c3e-02c8-4c76-b06e-0d252f35102f" providerId="ADAL" clId="{86A63069-2CCC-5A02-9D86-AB1A41F75532}" dt="2026-10-07T14:51:28.172" v="2518" actId="1076"/>
          <ac:grpSpMkLst>
            <pc:docMk/>
            <pc:sldMk cId="2347342010" sldId="289"/>
            <ac:grpSpMk id="6" creationId="{13DE8507-4813-666A-63A9-2889A59CD914}"/>
          </ac:grpSpMkLst>
        </pc:grpChg>
        <pc:grpChg chg="add mod">
          <ac:chgData name="Aaron Hamilton" userId="18204c3e-02c8-4c76-b06e-0d252f35102f" providerId="ADAL" clId="{86A63069-2CCC-5A02-9D86-AB1A41F75532}" dt="2026-10-07T14:51:21.326" v="2515" actId="1076"/>
          <ac:grpSpMkLst>
            <pc:docMk/>
            <pc:sldMk cId="2347342010" sldId="289"/>
            <ac:grpSpMk id="12" creationId="{98BC634C-E368-60CD-40B9-A31CEA37DD63}"/>
          </ac:grpSpMkLst>
        </pc:grpChg>
        <pc:grpChg chg="add mod">
          <ac:chgData name="Aaron Hamilton" userId="18204c3e-02c8-4c76-b06e-0d252f35102f" providerId="ADAL" clId="{86A63069-2CCC-5A02-9D86-AB1A41F75532}" dt="2026-10-07T14:51:36.421" v="2519" actId="1076"/>
          <ac:grpSpMkLst>
            <pc:docMk/>
            <pc:sldMk cId="2347342010" sldId="289"/>
            <ac:grpSpMk id="16" creationId="{600185AB-D60F-9C35-63F2-F824D72DF247}"/>
          </ac:grpSpMkLst>
        </pc:grpChg>
        <pc:grpChg chg="add mod">
          <ac:chgData name="Aaron Hamilton" userId="18204c3e-02c8-4c76-b06e-0d252f35102f" providerId="ADAL" clId="{86A63069-2CCC-5A02-9D86-AB1A41F75532}" dt="2026-10-07T14:51:57.187" v="2521" actId="1076"/>
          <ac:grpSpMkLst>
            <pc:docMk/>
            <pc:sldMk cId="2347342010" sldId="289"/>
            <ac:grpSpMk id="20" creationId="{96B6FD9B-133E-6A31-BB7A-B0CC41971536}"/>
          </ac:grpSpMkLst>
        </pc:grpChg>
        <pc:grpChg chg="add">
          <ac:chgData name="Aaron Hamilton" userId="18204c3e-02c8-4c76-b06e-0d252f35102f" providerId="ADAL" clId="{86A63069-2CCC-5A02-9D86-AB1A41F75532}" dt="2026-10-07T14:52:21.833" v="2523" actId="164"/>
          <ac:grpSpMkLst>
            <pc:docMk/>
            <pc:sldMk cId="2347342010" sldId="289"/>
            <ac:grpSpMk id="25" creationId="{809704C1-BC19-E8CE-C633-80339164E672}"/>
          </ac:grpSpMkLst>
        </pc:grpChg>
        <pc:grpChg chg="add mod">
          <ac:chgData name="Aaron Hamilton" userId="18204c3e-02c8-4c76-b06e-0d252f35102f" providerId="ADAL" clId="{86A63069-2CCC-5A02-9D86-AB1A41F75532}" dt="2026-10-07T14:52:35.423" v="2525" actId="1076"/>
          <ac:grpSpMkLst>
            <pc:docMk/>
            <pc:sldMk cId="2347342010" sldId="289"/>
            <ac:grpSpMk id="26" creationId="{57E3392A-2F29-E997-7205-393F983D87AE}"/>
          </ac:grpSpMkLst>
        </pc:grpChg>
        <pc:grpChg chg="mod">
          <ac:chgData name="Aaron Hamilton" userId="18204c3e-02c8-4c76-b06e-0d252f35102f" providerId="ADAL" clId="{86A63069-2CCC-5A02-9D86-AB1A41F75532}" dt="2026-10-07T14:52:25.571" v="2524"/>
          <ac:grpSpMkLst>
            <pc:docMk/>
            <pc:sldMk cId="2347342010" sldId="289"/>
            <ac:grpSpMk id="28" creationId="{9AC2B146-7B51-75F5-0ADF-1383BAEC9A46}"/>
          </ac:grpSpMkLst>
        </pc:grpChg>
        <pc:grpChg chg="mod">
          <ac:chgData name="Aaron Hamilton" userId="18204c3e-02c8-4c76-b06e-0d252f35102f" providerId="ADAL" clId="{86A63069-2CCC-5A02-9D86-AB1A41F75532}" dt="2026-10-07T14:52:25.571" v="2524"/>
          <ac:grpSpMkLst>
            <pc:docMk/>
            <pc:sldMk cId="2347342010" sldId="289"/>
            <ac:grpSpMk id="30" creationId="{3C619CE2-D884-6406-00A2-5236A18D4645}"/>
          </ac:grpSpMkLst>
        </pc:grpChg>
        <pc:grpChg chg="mod">
          <ac:chgData name="Aaron Hamilton" userId="18204c3e-02c8-4c76-b06e-0d252f35102f" providerId="ADAL" clId="{86A63069-2CCC-5A02-9D86-AB1A41F75532}" dt="2026-10-07T14:52:25.571" v="2524"/>
          <ac:grpSpMkLst>
            <pc:docMk/>
            <pc:sldMk cId="2347342010" sldId="289"/>
            <ac:grpSpMk id="31" creationId="{A75A2510-1FD4-C848-415F-06EA576C3093}"/>
          </ac:grpSpMkLst>
        </pc:grpChg>
        <pc:grpChg chg="add mod">
          <ac:chgData name="Aaron Hamilton" userId="18204c3e-02c8-4c76-b06e-0d252f35102f" providerId="ADAL" clId="{86A63069-2CCC-5A02-9D86-AB1A41F75532}" dt="2026-10-07T15:16:05.066" v="2601" actId="1076"/>
          <ac:grpSpMkLst>
            <pc:docMk/>
            <pc:sldMk cId="2347342010" sldId="289"/>
            <ac:grpSpMk id="41" creationId="{F278E919-C7D8-7B6E-3E76-1F8F025DFA4D}"/>
          </ac:grpSpMkLst>
        </pc:grpChg>
        <pc:grpChg chg="add mod">
          <ac:chgData name="Aaron Hamilton" userId="18204c3e-02c8-4c76-b06e-0d252f35102f" providerId="ADAL" clId="{86A63069-2CCC-5A02-9D86-AB1A41F75532}" dt="2026-10-07T15:16:24.171" v="2605" actId="1076"/>
          <ac:grpSpMkLst>
            <pc:docMk/>
            <pc:sldMk cId="2347342010" sldId="289"/>
            <ac:grpSpMk id="42" creationId="{CF362511-29EB-0F51-C5B5-FEBDC3C5050A}"/>
          </ac:grpSpMkLst>
        </pc:grpChg>
        <pc:grpChg chg="add mod">
          <ac:chgData name="Aaron Hamilton" userId="18204c3e-02c8-4c76-b06e-0d252f35102f" providerId="ADAL" clId="{86A63069-2CCC-5A02-9D86-AB1A41F75532}" dt="2026-10-07T15:23:38.378" v="2724" actId="1076"/>
          <ac:grpSpMkLst>
            <pc:docMk/>
            <pc:sldMk cId="2347342010" sldId="289"/>
            <ac:grpSpMk id="52" creationId="{9D0DD42D-3DC9-3E9E-FC83-157E648AB46E}"/>
          </ac:grpSpMkLst>
        </pc:grpChg>
        <pc:grpChg chg="add mod">
          <ac:chgData name="Aaron Hamilton" userId="18204c3e-02c8-4c76-b06e-0d252f35102f" providerId="ADAL" clId="{86A63069-2CCC-5A02-9D86-AB1A41F75532}" dt="2026-10-07T15:26:00.352" v="2786" actId="1035"/>
          <ac:grpSpMkLst>
            <pc:docMk/>
            <pc:sldMk cId="2347342010" sldId="289"/>
            <ac:grpSpMk id="57" creationId="{83FDAEAE-EB7A-C3DC-3199-C5260655D698}"/>
          </ac:grpSpMkLst>
        </pc:grpChg>
      </pc:sldChg>
      <pc:sldChg chg="modNotesTx">
        <pc:chgData name="Aaron Hamilton" userId="18204c3e-02c8-4c76-b06e-0d252f35102f" providerId="ADAL" clId="{86A63069-2CCC-5A02-9D86-AB1A41F75532}" dt="2026-10-11T16:12:01.172" v="19611" actId="20577"/>
        <pc:sldMkLst>
          <pc:docMk/>
          <pc:sldMk cId="190967963" sldId="290"/>
        </pc:sldMkLst>
      </pc:sldChg>
      <pc:sldChg chg="modNotesTx">
        <pc:chgData name="Aaron Hamilton" userId="18204c3e-02c8-4c76-b06e-0d252f35102f" providerId="ADAL" clId="{86A63069-2CCC-5A02-9D86-AB1A41F75532}" dt="2026-10-11T16:15:39.974" v="19623" actId="20577"/>
        <pc:sldMkLst>
          <pc:docMk/>
          <pc:sldMk cId="2706933580" sldId="291"/>
        </pc:sldMkLst>
      </pc:sldChg>
      <pc:sldChg chg="ord modNotesTx">
        <pc:chgData name="Aaron Hamilton" userId="18204c3e-02c8-4c76-b06e-0d252f35102f" providerId="ADAL" clId="{86A63069-2CCC-5A02-9D86-AB1A41F75532}" dt="2026-10-11T16:14:23.774" v="19614" actId="20577"/>
        <pc:sldMkLst>
          <pc:docMk/>
          <pc:sldMk cId="2319327202" sldId="292"/>
        </pc:sldMkLst>
      </pc:sldChg>
      <pc:sldChg chg="addSp delSp modSp add mod ord modNotesTx">
        <pc:chgData name="Aaron Hamilton" userId="18204c3e-02c8-4c76-b06e-0d252f35102f" providerId="ADAL" clId="{86A63069-2CCC-5A02-9D86-AB1A41F75532}" dt="2026-10-11T14:56:22.398" v="19597" actId="33524"/>
        <pc:sldMkLst>
          <pc:docMk/>
          <pc:sldMk cId="12988263" sldId="293"/>
        </pc:sldMkLst>
        <pc:spChg chg="add mod">
          <ac:chgData name="Aaron Hamilton" userId="18204c3e-02c8-4c76-b06e-0d252f35102f" providerId="ADAL" clId="{86A63069-2CCC-5A02-9D86-AB1A41F75532}" dt="2026-10-07T14:41:37.049" v="2493" actId="20577"/>
          <ac:spMkLst>
            <pc:docMk/>
            <pc:sldMk cId="12988263" sldId="293"/>
            <ac:spMk id="2" creationId="{0A950BC3-B387-5F2E-773C-66EDE06FDC25}"/>
          </ac:spMkLst>
        </pc:spChg>
        <pc:spChg chg="mod">
          <ac:chgData name="Aaron Hamilton" userId="18204c3e-02c8-4c76-b06e-0d252f35102f" providerId="ADAL" clId="{86A63069-2CCC-5A02-9D86-AB1A41F75532}" dt="2026-10-09T08:57:55.241" v="4734"/>
          <ac:spMkLst>
            <pc:docMk/>
            <pc:sldMk cId="12988263" sldId="293"/>
            <ac:spMk id="8" creationId="{7F0BEB8A-9AED-DAED-2EFC-5050CFBD7F2B}"/>
          </ac:spMkLst>
        </pc:spChg>
        <pc:spChg chg="mod">
          <ac:chgData name="Aaron Hamilton" userId="18204c3e-02c8-4c76-b06e-0d252f35102f" providerId="ADAL" clId="{86A63069-2CCC-5A02-9D86-AB1A41F75532}" dt="2026-10-07T14:41:40.395" v="2494" actId="313"/>
          <ac:spMkLst>
            <pc:docMk/>
            <pc:sldMk cId="12988263" sldId="293"/>
            <ac:spMk id="9" creationId="{8D261DE5-0A4C-E6EC-7C0F-0DCB46F6E763}"/>
          </ac:spMkLst>
        </pc:spChg>
        <pc:spChg chg="add mod">
          <ac:chgData name="Aaron Hamilton" userId="18204c3e-02c8-4c76-b06e-0d252f35102f" providerId="ADAL" clId="{86A63069-2CCC-5A02-9D86-AB1A41F75532}" dt="2026-10-09T10:55:58.097" v="6392" actId="171"/>
          <ac:spMkLst>
            <pc:docMk/>
            <pc:sldMk cId="12988263" sldId="293"/>
            <ac:spMk id="10" creationId="{EBA89F60-8D3B-49C1-354F-B7613EDE075E}"/>
          </ac:spMkLst>
        </pc:spChg>
        <pc:picChg chg="add mod">
          <ac:chgData name="Aaron Hamilton" userId="18204c3e-02c8-4c76-b06e-0d252f35102f" providerId="ADAL" clId="{86A63069-2CCC-5A02-9D86-AB1A41F75532}" dt="2026-10-09T10:55:58.097" v="6392" actId="171"/>
          <ac:picMkLst>
            <pc:docMk/>
            <pc:sldMk cId="12988263" sldId="293"/>
            <ac:picMk id="7" creationId="{099ED5D0-24E9-A65D-4D34-0F6EFDF78A0A}"/>
          </ac:picMkLst>
        </pc:picChg>
      </pc:sldChg>
      <pc:sldChg chg="addSp delSp modSp add mod setBg modNotesTx">
        <pc:chgData name="Aaron Hamilton" userId="18204c3e-02c8-4c76-b06e-0d252f35102f" providerId="ADAL" clId="{86A63069-2CCC-5A02-9D86-AB1A41F75532}" dt="2026-10-10T09:46:20.473" v="12220" actId="33524"/>
        <pc:sldMkLst>
          <pc:docMk/>
          <pc:sldMk cId="1369097353" sldId="294"/>
        </pc:sldMkLst>
        <pc:spChg chg="add mod">
          <ac:chgData name="Aaron Hamilton" userId="18204c3e-02c8-4c76-b06e-0d252f35102f" providerId="ADAL" clId="{86A63069-2CCC-5A02-9D86-AB1A41F75532}" dt="2026-10-09T09:20:22.396" v="5221" actId="167"/>
          <ac:spMkLst>
            <pc:docMk/>
            <pc:sldMk cId="1369097353" sldId="294"/>
            <ac:spMk id="7" creationId="{34F1F375-9E31-9C2E-3D6E-B4154CC59538}"/>
          </ac:spMkLst>
        </pc:spChg>
        <pc:spChg chg="mod">
          <ac:chgData name="Aaron Hamilton" userId="18204c3e-02c8-4c76-b06e-0d252f35102f" providerId="ADAL" clId="{86A63069-2CCC-5A02-9D86-AB1A41F75532}" dt="2026-10-07T16:16:53.554" v="4148" actId="1076"/>
          <ac:spMkLst>
            <pc:docMk/>
            <pc:sldMk cId="1369097353" sldId="294"/>
            <ac:spMk id="8" creationId="{1B6D4DE6-DE29-1EF5-93EB-E3AB773DA6C3}"/>
          </ac:spMkLst>
        </pc:spChg>
        <pc:spChg chg="mod">
          <ac:chgData name="Aaron Hamilton" userId="18204c3e-02c8-4c76-b06e-0d252f35102f" providerId="ADAL" clId="{86A63069-2CCC-5A02-9D86-AB1A41F75532}" dt="2026-10-07T15:55:48.374" v="3201" actId="20577"/>
          <ac:spMkLst>
            <pc:docMk/>
            <pc:sldMk cId="1369097353" sldId="294"/>
            <ac:spMk id="9" creationId="{1FDF013A-AE74-D5AE-1A5E-B3987199AF1C}"/>
          </ac:spMkLst>
        </pc:spChg>
        <pc:grpChg chg="mod">
          <ac:chgData name="Aaron Hamilton" userId="18204c3e-02c8-4c76-b06e-0d252f35102f" providerId="ADAL" clId="{86A63069-2CCC-5A02-9D86-AB1A41F75532}" dt="2026-10-09T09:20:39.942" v="5222" actId="167"/>
          <ac:grpSpMkLst>
            <pc:docMk/>
            <pc:sldMk cId="1369097353" sldId="294"/>
            <ac:grpSpMk id="6" creationId="{D98E7314-59F7-7497-EFAE-5FC3E440C30E}"/>
          </ac:grpSpMkLst>
        </pc:grpChg>
        <pc:picChg chg="add mod">
          <ac:chgData name="Aaron Hamilton" userId="18204c3e-02c8-4c76-b06e-0d252f35102f" providerId="ADAL" clId="{86A63069-2CCC-5A02-9D86-AB1A41F75532}" dt="2026-10-09T09:21:46.650" v="5228" actId="167"/>
          <ac:picMkLst>
            <pc:docMk/>
            <pc:sldMk cId="1369097353" sldId="294"/>
            <ac:picMk id="2" creationId="{0D1110E6-8E40-52E0-59DC-EAF8E9C5405A}"/>
          </ac:picMkLst>
        </pc:picChg>
      </pc:sldChg>
      <pc:sldChg chg="addSp delSp modSp add mod ord modNotesTx">
        <pc:chgData name="Aaron Hamilton" userId="18204c3e-02c8-4c76-b06e-0d252f35102f" providerId="ADAL" clId="{86A63069-2CCC-5A02-9D86-AB1A41F75532}" dt="2026-10-10T09:48:52.085" v="13570" actId="20577"/>
        <pc:sldMkLst>
          <pc:docMk/>
          <pc:sldMk cId="3838240909" sldId="295"/>
        </pc:sldMkLst>
        <pc:spChg chg="mod">
          <ac:chgData name="Aaron Hamilton" userId="18204c3e-02c8-4c76-b06e-0d252f35102f" providerId="ADAL" clId="{86A63069-2CCC-5A02-9D86-AB1A41F75532}" dt="2026-10-09T10:03:36.470" v="6036" actId="1076"/>
          <ac:spMkLst>
            <pc:docMk/>
            <pc:sldMk cId="3838240909" sldId="295"/>
            <ac:spMk id="8" creationId="{8A50FE24-D44F-271A-C1E6-C10061219E8B}"/>
          </ac:spMkLst>
        </pc:spChg>
        <pc:spChg chg="mod">
          <ac:chgData name="Aaron Hamilton" userId="18204c3e-02c8-4c76-b06e-0d252f35102f" providerId="ADAL" clId="{86A63069-2CCC-5A02-9D86-AB1A41F75532}" dt="2026-10-09T08:27:34.956" v="4151" actId="20577"/>
          <ac:spMkLst>
            <pc:docMk/>
            <pc:sldMk cId="3838240909" sldId="295"/>
            <ac:spMk id="9" creationId="{BBEF9818-6E87-6AEB-A137-21D9314000E9}"/>
          </ac:spMkLst>
        </pc:spChg>
      </pc:sldChg>
      <pc:sldChg chg="addSp delSp modSp add mod ord modNotesTx">
        <pc:chgData name="Aaron Hamilton" userId="18204c3e-02c8-4c76-b06e-0d252f35102f" providerId="ADAL" clId="{86A63069-2CCC-5A02-9D86-AB1A41F75532}" dt="2026-10-10T09:42:46.193" v="10822" actId="20577"/>
        <pc:sldMkLst>
          <pc:docMk/>
          <pc:sldMk cId="2818975703" sldId="296"/>
        </pc:sldMkLst>
        <pc:spChg chg="mod">
          <ac:chgData name="Aaron Hamilton" userId="18204c3e-02c8-4c76-b06e-0d252f35102f" providerId="ADAL" clId="{86A63069-2CCC-5A02-9D86-AB1A41F75532}" dt="2026-10-09T08:59:21.844" v="4794" actId="20577"/>
          <ac:spMkLst>
            <pc:docMk/>
            <pc:sldMk cId="2818975703" sldId="296"/>
            <ac:spMk id="8" creationId="{93F65B5D-D83C-B0AD-F4B4-1186744ECF15}"/>
          </ac:spMkLst>
        </pc:spChg>
        <pc:spChg chg="mod">
          <ac:chgData name="Aaron Hamilton" userId="18204c3e-02c8-4c76-b06e-0d252f35102f" providerId="ADAL" clId="{86A63069-2CCC-5A02-9D86-AB1A41F75532}" dt="2026-10-09T08:59:01.784" v="4757" actId="313"/>
          <ac:spMkLst>
            <pc:docMk/>
            <pc:sldMk cId="2818975703" sldId="296"/>
            <ac:spMk id="9" creationId="{3EA2FD65-09D0-E106-20AB-1A6FAB7BB38F}"/>
          </ac:spMkLst>
        </pc:spChg>
        <pc:spChg chg="mod">
          <ac:chgData name="Aaron Hamilton" userId="18204c3e-02c8-4c76-b06e-0d252f35102f" providerId="ADAL" clId="{86A63069-2CCC-5A02-9D86-AB1A41F75532}" dt="2026-10-09T08:59:53.654" v="4799"/>
          <ac:spMkLst>
            <pc:docMk/>
            <pc:sldMk cId="2818975703" sldId="296"/>
            <ac:spMk id="11" creationId="{ED09A663-6364-E225-F937-4B72F618DCBF}"/>
          </ac:spMkLst>
        </pc:spChg>
        <pc:spChg chg="add mod">
          <ac:chgData name="Aaron Hamilton" userId="18204c3e-02c8-4c76-b06e-0d252f35102f" providerId="ADAL" clId="{86A63069-2CCC-5A02-9D86-AB1A41F75532}" dt="2026-10-09T09:20:48.721" v="5223" actId="167"/>
          <ac:spMkLst>
            <pc:docMk/>
            <pc:sldMk cId="2818975703" sldId="296"/>
            <ac:spMk id="13" creationId="{16965149-4102-E8C8-906A-372074C14981}"/>
          </ac:spMkLst>
        </pc:spChg>
        <pc:spChg chg="add mod">
          <ac:chgData name="Aaron Hamilton" userId="18204c3e-02c8-4c76-b06e-0d252f35102f" providerId="ADAL" clId="{86A63069-2CCC-5A02-9D86-AB1A41F75532}" dt="2026-10-09T10:11:10.689" v="6193" actId="1076"/>
          <ac:spMkLst>
            <pc:docMk/>
            <pc:sldMk cId="2818975703" sldId="296"/>
            <ac:spMk id="14" creationId="{A5BD08C1-58CD-1304-23D3-D090003566BC}"/>
          </ac:spMkLst>
        </pc:spChg>
        <pc:grpChg chg="add mod">
          <ac:chgData name="Aaron Hamilton" userId="18204c3e-02c8-4c76-b06e-0d252f35102f" providerId="ADAL" clId="{86A63069-2CCC-5A02-9D86-AB1A41F75532}" dt="2026-10-09T09:22:36.158" v="5231" actId="166"/>
          <ac:grpSpMkLst>
            <pc:docMk/>
            <pc:sldMk cId="2818975703" sldId="296"/>
            <ac:grpSpMk id="2" creationId="{EC3011B7-DACD-3BBB-086C-DF5A403FBA5E}"/>
          </ac:grpSpMkLst>
        </pc:grpChg>
        <pc:picChg chg="mod">
          <ac:chgData name="Aaron Hamilton" userId="18204c3e-02c8-4c76-b06e-0d252f35102f" providerId="ADAL" clId="{86A63069-2CCC-5A02-9D86-AB1A41F75532}" dt="2026-10-09T08:59:53.654" v="4799"/>
          <ac:picMkLst>
            <pc:docMk/>
            <pc:sldMk cId="2818975703" sldId="296"/>
            <ac:picMk id="7" creationId="{35F99EBE-CB3E-B044-66CB-B11E6FC8C6C8}"/>
          </ac:picMkLst>
        </pc:picChg>
        <pc:picChg chg="add mod">
          <ac:chgData name="Aaron Hamilton" userId="18204c3e-02c8-4c76-b06e-0d252f35102f" providerId="ADAL" clId="{86A63069-2CCC-5A02-9D86-AB1A41F75532}" dt="2026-10-09T09:20:48.721" v="5223" actId="167"/>
          <ac:picMkLst>
            <pc:docMk/>
            <pc:sldMk cId="2818975703" sldId="296"/>
            <ac:picMk id="12" creationId="{C10E7C81-6C74-893F-2B83-0A781B6A0514}"/>
          </ac:picMkLst>
        </pc:picChg>
        <pc:picChg chg="add mod">
          <ac:chgData name="Aaron Hamilton" userId="18204c3e-02c8-4c76-b06e-0d252f35102f" providerId="ADAL" clId="{86A63069-2CCC-5A02-9D86-AB1A41F75532}" dt="2026-10-09T10:11:16.934" v="6195" actId="1076"/>
          <ac:picMkLst>
            <pc:docMk/>
            <pc:sldMk cId="2818975703" sldId="296"/>
            <ac:picMk id="16" creationId="{0998D69D-FC93-C91E-8B4A-C9D33510945E}"/>
          </ac:picMkLst>
        </pc:picChg>
        <pc:picChg chg="add mod">
          <ac:chgData name="Aaron Hamilton" userId="18204c3e-02c8-4c76-b06e-0d252f35102f" providerId="ADAL" clId="{86A63069-2CCC-5A02-9D86-AB1A41F75532}" dt="2026-10-09T10:12:11.539" v="6222" actId="14100"/>
          <ac:picMkLst>
            <pc:docMk/>
            <pc:sldMk cId="2818975703" sldId="296"/>
            <ac:picMk id="18" creationId="{995A308B-B60E-9099-F023-EFA8BB5A662C}"/>
          </ac:picMkLst>
        </pc:picChg>
      </pc:sldChg>
      <pc:sldChg chg="addSp delSp modSp add mod modNotesTx">
        <pc:chgData name="Aaron Hamilton" userId="18204c3e-02c8-4c76-b06e-0d252f35102f" providerId="ADAL" clId="{86A63069-2CCC-5A02-9D86-AB1A41F75532}" dt="2026-10-11T18:13:55.404" v="20588" actId="20577"/>
        <pc:sldMkLst>
          <pc:docMk/>
          <pc:sldMk cId="2875095156" sldId="297"/>
        </pc:sldMkLst>
        <pc:spChg chg="add mod">
          <ac:chgData name="Aaron Hamilton" userId="18204c3e-02c8-4c76-b06e-0d252f35102f" providerId="ADAL" clId="{86A63069-2CCC-5A02-9D86-AB1A41F75532}" dt="2026-10-09T09:50:20.842" v="5728" actId="1076"/>
          <ac:spMkLst>
            <pc:docMk/>
            <pc:sldMk cId="2875095156" sldId="297"/>
            <ac:spMk id="7" creationId="{67E74173-8D60-406B-7DB7-002919AB0DA3}"/>
          </ac:spMkLst>
        </pc:spChg>
        <pc:spChg chg="mod">
          <ac:chgData name="Aaron Hamilton" userId="18204c3e-02c8-4c76-b06e-0d252f35102f" providerId="ADAL" clId="{86A63069-2CCC-5A02-9D86-AB1A41F75532}" dt="2026-10-09T09:24:32.134" v="5252" actId="20577"/>
          <ac:spMkLst>
            <pc:docMk/>
            <pc:sldMk cId="2875095156" sldId="297"/>
            <ac:spMk id="9" creationId="{6DE3A7AF-4613-AEDC-2629-266D0E05C296}"/>
          </ac:spMkLst>
        </pc:spChg>
        <pc:spChg chg="add mod">
          <ac:chgData name="Aaron Hamilton" userId="18204c3e-02c8-4c76-b06e-0d252f35102f" providerId="ADAL" clId="{86A63069-2CCC-5A02-9D86-AB1A41F75532}" dt="2026-10-09T09:50:20.842" v="5728" actId="1076"/>
          <ac:spMkLst>
            <pc:docMk/>
            <pc:sldMk cId="2875095156" sldId="297"/>
            <ac:spMk id="13" creationId="{C134EAE0-6BF0-9B21-A0A7-0B9F83DA6F05}"/>
          </ac:spMkLst>
        </pc:spChg>
        <pc:spChg chg="add mod">
          <ac:chgData name="Aaron Hamilton" userId="18204c3e-02c8-4c76-b06e-0d252f35102f" providerId="ADAL" clId="{86A63069-2CCC-5A02-9D86-AB1A41F75532}" dt="2026-10-09T09:50:20.842" v="5728" actId="1076"/>
          <ac:spMkLst>
            <pc:docMk/>
            <pc:sldMk cId="2875095156" sldId="297"/>
            <ac:spMk id="16" creationId="{23631EAF-00B8-F985-370F-DCE1DA83E32A}"/>
          </ac:spMkLst>
        </pc:spChg>
        <pc:spChg chg="mod">
          <ac:chgData name="Aaron Hamilton" userId="18204c3e-02c8-4c76-b06e-0d252f35102f" providerId="ADAL" clId="{86A63069-2CCC-5A02-9D86-AB1A41F75532}" dt="2026-10-09T09:50:20.842" v="5728" actId="1076"/>
          <ac:spMkLst>
            <pc:docMk/>
            <pc:sldMk cId="2875095156" sldId="297"/>
            <ac:spMk id="19" creationId="{4D8B80F8-499E-5FF0-CABE-16F574089A41}"/>
          </ac:spMkLst>
        </pc:spChg>
        <pc:spChg chg="mod topLvl">
          <ac:chgData name="Aaron Hamilton" userId="18204c3e-02c8-4c76-b06e-0d252f35102f" providerId="ADAL" clId="{86A63069-2CCC-5A02-9D86-AB1A41F75532}" dt="2026-10-09T09:39:44.399" v="5453" actId="1037"/>
          <ac:spMkLst>
            <pc:docMk/>
            <pc:sldMk cId="2875095156" sldId="297"/>
            <ac:spMk id="29" creationId="{79C6A7BA-F780-764E-5123-AD6311802C20}"/>
          </ac:spMkLst>
        </pc:spChg>
        <pc:spChg chg="mod topLvl">
          <ac:chgData name="Aaron Hamilton" userId="18204c3e-02c8-4c76-b06e-0d252f35102f" providerId="ADAL" clId="{86A63069-2CCC-5A02-9D86-AB1A41F75532}" dt="2026-10-09T09:39:58.006" v="5478" actId="1037"/>
          <ac:spMkLst>
            <pc:docMk/>
            <pc:sldMk cId="2875095156" sldId="297"/>
            <ac:spMk id="30" creationId="{6F2828F0-5418-B0E3-2EEE-F795599634C9}"/>
          </ac:spMkLst>
        </pc:spChg>
        <pc:spChg chg="mod topLvl">
          <ac:chgData name="Aaron Hamilton" userId="18204c3e-02c8-4c76-b06e-0d252f35102f" providerId="ADAL" clId="{86A63069-2CCC-5A02-9D86-AB1A41F75532}" dt="2026-10-09T09:40:13.436" v="5503" actId="14100"/>
          <ac:spMkLst>
            <pc:docMk/>
            <pc:sldMk cId="2875095156" sldId="297"/>
            <ac:spMk id="31" creationId="{7DD453B8-BF79-F9E8-0BC5-1D758F9726CD}"/>
          </ac:spMkLst>
        </pc:spChg>
        <pc:spChg chg="add mod">
          <ac:chgData name="Aaron Hamilton" userId="18204c3e-02c8-4c76-b06e-0d252f35102f" providerId="ADAL" clId="{86A63069-2CCC-5A02-9D86-AB1A41F75532}" dt="2026-10-09T09:50:20.842" v="5728" actId="1076"/>
          <ac:spMkLst>
            <pc:docMk/>
            <pc:sldMk cId="2875095156" sldId="297"/>
            <ac:spMk id="51" creationId="{322EF072-A93C-9C4C-F728-F0AA5E424616}"/>
          </ac:spMkLst>
        </pc:spChg>
        <pc:spChg chg="add mod">
          <ac:chgData name="Aaron Hamilton" userId="18204c3e-02c8-4c76-b06e-0d252f35102f" providerId="ADAL" clId="{86A63069-2CCC-5A02-9D86-AB1A41F75532}" dt="2026-10-09T09:50:20.842" v="5728" actId="1076"/>
          <ac:spMkLst>
            <pc:docMk/>
            <pc:sldMk cId="2875095156" sldId="297"/>
            <ac:spMk id="52" creationId="{AA14734C-3263-0331-DBCE-5C8956A39618}"/>
          </ac:spMkLst>
        </pc:spChg>
        <pc:spChg chg="add mod">
          <ac:chgData name="Aaron Hamilton" userId="18204c3e-02c8-4c76-b06e-0d252f35102f" providerId="ADAL" clId="{86A63069-2CCC-5A02-9D86-AB1A41F75532}" dt="2026-10-09T09:50:20.842" v="5728" actId="1076"/>
          <ac:spMkLst>
            <pc:docMk/>
            <pc:sldMk cId="2875095156" sldId="297"/>
            <ac:spMk id="53" creationId="{3E42C4ED-515A-7649-EE85-9A25C58E3791}"/>
          </ac:spMkLst>
        </pc:spChg>
        <pc:spChg chg="add mod">
          <ac:chgData name="Aaron Hamilton" userId="18204c3e-02c8-4c76-b06e-0d252f35102f" providerId="ADAL" clId="{86A63069-2CCC-5A02-9D86-AB1A41F75532}" dt="2026-10-09T09:50:20.842" v="5728" actId="1076"/>
          <ac:spMkLst>
            <pc:docMk/>
            <pc:sldMk cId="2875095156" sldId="297"/>
            <ac:spMk id="54" creationId="{0BC20863-9392-AF47-722C-FBAF4B83E06D}"/>
          </ac:spMkLst>
        </pc:spChg>
        <pc:spChg chg="add mod">
          <ac:chgData name="Aaron Hamilton" userId="18204c3e-02c8-4c76-b06e-0d252f35102f" providerId="ADAL" clId="{86A63069-2CCC-5A02-9D86-AB1A41F75532}" dt="2026-10-09T09:50:20.842" v="5728" actId="1076"/>
          <ac:spMkLst>
            <pc:docMk/>
            <pc:sldMk cId="2875095156" sldId="297"/>
            <ac:spMk id="55" creationId="{84822925-4A83-2E0E-83BF-77E14357151F}"/>
          </ac:spMkLst>
        </pc:spChg>
        <pc:spChg chg="add mod">
          <ac:chgData name="Aaron Hamilton" userId="18204c3e-02c8-4c76-b06e-0d252f35102f" providerId="ADAL" clId="{86A63069-2CCC-5A02-9D86-AB1A41F75532}" dt="2026-10-09T09:50:20.842" v="5728" actId="1076"/>
          <ac:spMkLst>
            <pc:docMk/>
            <pc:sldMk cId="2875095156" sldId="297"/>
            <ac:spMk id="56" creationId="{F4FBB3B9-0080-73CB-59FB-1138CF1710F5}"/>
          </ac:spMkLst>
        </pc:spChg>
        <pc:spChg chg="add mod">
          <ac:chgData name="Aaron Hamilton" userId="18204c3e-02c8-4c76-b06e-0d252f35102f" providerId="ADAL" clId="{86A63069-2CCC-5A02-9D86-AB1A41F75532}" dt="2026-10-09T09:54:10.840" v="5755" actId="1076"/>
          <ac:spMkLst>
            <pc:docMk/>
            <pc:sldMk cId="2875095156" sldId="297"/>
            <ac:spMk id="59" creationId="{95A49F06-7579-185B-B79E-FA23E6098B47}"/>
          </ac:spMkLst>
        </pc:spChg>
        <pc:spChg chg="add mod">
          <ac:chgData name="Aaron Hamilton" userId="18204c3e-02c8-4c76-b06e-0d252f35102f" providerId="ADAL" clId="{86A63069-2CCC-5A02-9D86-AB1A41F75532}" dt="2026-10-09T10:02:44.167" v="6035" actId="1035"/>
          <ac:spMkLst>
            <pc:docMk/>
            <pc:sldMk cId="2875095156" sldId="297"/>
            <ac:spMk id="63" creationId="{5D65A667-E10B-1B68-0DB2-074EA012D164}"/>
          </ac:spMkLst>
        </pc:spChg>
        <pc:spChg chg="add mod">
          <ac:chgData name="Aaron Hamilton" userId="18204c3e-02c8-4c76-b06e-0d252f35102f" providerId="ADAL" clId="{86A63069-2CCC-5A02-9D86-AB1A41F75532}" dt="2026-10-09T10:02:44.167" v="6035" actId="1035"/>
          <ac:spMkLst>
            <pc:docMk/>
            <pc:sldMk cId="2875095156" sldId="297"/>
            <ac:spMk id="64" creationId="{B20F6A06-4B4C-3363-4DA1-0037673BD4FF}"/>
          </ac:spMkLst>
        </pc:spChg>
        <pc:spChg chg="add mod">
          <ac:chgData name="Aaron Hamilton" userId="18204c3e-02c8-4c76-b06e-0d252f35102f" providerId="ADAL" clId="{86A63069-2CCC-5A02-9D86-AB1A41F75532}" dt="2026-10-09T10:02:44.167" v="6035" actId="1035"/>
          <ac:spMkLst>
            <pc:docMk/>
            <pc:sldMk cId="2875095156" sldId="297"/>
            <ac:spMk id="65" creationId="{5E8BEA2A-D8BA-CB19-350E-092961068AB0}"/>
          </ac:spMkLst>
        </pc:spChg>
        <pc:grpChg chg="add mod">
          <ac:chgData name="Aaron Hamilton" userId="18204c3e-02c8-4c76-b06e-0d252f35102f" providerId="ADAL" clId="{86A63069-2CCC-5A02-9D86-AB1A41F75532}" dt="2026-10-09T09:40:24.737" v="5505" actId="1076"/>
          <ac:grpSpMkLst>
            <pc:docMk/>
            <pc:sldMk cId="2875095156" sldId="297"/>
            <ac:grpSpMk id="32" creationId="{7AC36A11-49CD-AB59-5E50-E6B3BAC4422E}"/>
          </ac:grpSpMkLst>
        </pc:grpChg>
        <pc:grpChg chg="add mod">
          <ac:chgData name="Aaron Hamilton" userId="18204c3e-02c8-4c76-b06e-0d252f35102f" providerId="ADAL" clId="{86A63069-2CCC-5A02-9D86-AB1A41F75532}" dt="2026-10-09T09:50:36.117" v="5747" actId="1038"/>
          <ac:grpSpMkLst>
            <pc:docMk/>
            <pc:sldMk cId="2875095156" sldId="297"/>
            <ac:grpSpMk id="57" creationId="{34AEC049-F0C5-1465-892D-3E4DA4D777FB}"/>
          </ac:grpSpMkLst>
        </pc:grpChg>
        <pc:picChg chg="add del mod">
          <ac:chgData name="Aaron Hamilton" userId="18204c3e-02c8-4c76-b06e-0d252f35102f" providerId="ADAL" clId="{86A63069-2CCC-5A02-9D86-AB1A41F75532}" dt="2026-10-11T16:14:00.475" v="19612" actId="478"/>
          <ac:picMkLst>
            <pc:docMk/>
            <pc:sldMk cId="2875095156" sldId="297"/>
            <ac:picMk id="2" creationId="{DC776A4D-FCB2-A1B1-37A3-55462FBBAAC0}"/>
          </ac:picMkLst>
        </pc:picChg>
        <pc:picChg chg="add mod">
          <ac:chgData name="Aaron Hamilton" userId="18204c3e-02c8-4c76-b06e-0d252f35102f" providerId="ADAL" clId="{86A63069-2CCC-5A02-9D86-AB1A41F75532}" dt="2026-10-09T09:43:06.494" v="5577" actId="1036"/>
          <ac:picMkLst>
            <pc:docMk/>
            <pc:sldMk cId="2875095156" sldId="297"/>
            <ac:picMk id="26" creationId="{BDD98D84-FA5C-D8C5-CB68-1302EDD1B151}"/>
          </ac:picMkLst>
        </pc:picChg>
        <pc:picChg chg="add mod">
          <ac:chgData name="Aaron Hamilton" userId="18204c3e-02c8-4c76-b06e-0d252f35102f" providerId="ADAL" clId="{86A63069-2CCC-5A02-9D86-AB1A41F75532}" dt="2026-10-09T09:43:00.214" v="5576" actId="1036"/>
          <ac:picMkLst>
            <pc:docMk/>
            <pc:sldMk cId="2875095156" sldId="297"/>
            <ac:picMk id="27" creationId="{5AB9FFC8-E138-6A17-D11D-9A4B079475F4}"/>
          </ac:picMkLst>
        </pc:picChg>
        <pc:cxnChg chg="add mod">
          <ac:chgData name="Aaron Hamilton" userId="18204c3e-02c8-4c76-b06e-0d252f35102f" providerId="ADAL" clId="{86A63069-2CCC-5A02-9D86-AB1A41F75532}" dt="2026-10-09T09:44:14.995" v="5622" actId="14100"/>
          <ac:cxnSpMkLst>
            <pc:docMk/>
            <pc:sldMk cId="2875095156" sldId="297"/>
            <ac:cxnSpMk id="34" creationId="{0B3AD55E-1775-9B9F-37C4-0B73A4F52747}"/>
          </ac:cxnSpMkLst>
        </pc:cxnChg>
        <pc:cxnChg chg="add mod">
          <ac:chgData name="Aaron Hamilton" userId="18204c3e-02c8-4c76-b06e-0d252f35102f" providerId="ADAL" clId="{86A63069-2CCC-5A02-9D86-AB1A41F75532}" dt="2026-10-09T09:44:21.492" v="5624" actId="1076"/>
          <ac:cxnSpMkLst>
            <pc:docMk/>
            <pc:sldMk cId="2875095156" sldId="297"/>
            <ac:cxnSpMk id="40" creationId="{19510549-04B7-F058-4CD2-82A498E77B3A}"/>
          </ac:cxnSpMkLst>
        </pc:cxnChg>
        <pc:cxnChg chg="add mod">
          <ac:chgData name="Aaron Hamilton" userId="18204c3e-02c8-4c76-b06e-0d252f35102f" providerId="ADAL" clId="{86A63069-2CCC-5A02-9D86-AB1A41F75532}" dt="2026-10-09T09:47:08.548" v="5655" actId="14100"/>
          <ac:cxnSpMkLst>
            <pc:docMk/>
            <pc:sldMk cId="2875095156" sldId="297"/>
            <ac:cxnSpMk id="41" creationId="{4CFBF442-F472-C404-9D8C-85CAA4C4AB49}"/>
          </ac:cxnSpMkLst>
        </pc:cxnChg>
        <pc:cxnChg chg="add mod">
          <ac:chgData name="Aaron Hamilton" userId="18204c3e-02c8-4c76-b06e-0d252f35102f" providerId="ADAL" clId="{86A63069-2CCC-5A02-9D86-AB1A41F75532}" dt="2026-10-09T09:47:11.316" v="5656" actId="14100"/>
          <ac:cxnSpMkLst>
            <pc:docMk/>
            <pc:sldMk cId="2875095156" sldId="297"/>
            <ac:cxnSpMk id="44" creationId="{086DF537-361C-911B-E5BC-9EB026C3E0C5}"/>
          </ac:cxnSpMkLst>
        </pc:cxnChg>
        <pc:cxnChg chg="add mod">
          <ac:chgData name="Aaron Hamilton" userId="18204c3e-02c8-4c76-b06e-0d252f35102f" providerId="ADAL" clId="{86A63069-2CCC-5A02-9D86-AB1A41F75532}" dt="2026-10-09T09:47:31.868" v="5662" actId="14100"/>
          <ac:cxnSpMkLst>
            <pc:docMk/>
            <pc:sldMk cId="2875095156" sldId="297"/>
            <ac:cxnSpMk id="46" creationId="{1A3AE059-6263-B053-D4EC-C10D6350C4C6}"/>
          </ac:cxnSpMkLst>
        </pc:cxnChg>
        <pc:cxnChg chg="add mod">
          <ac:chgData name="Aaron Hamilton" userId="18204c3e-02c8-4c76-b06e-0d252f35102f" providerId="ADAL" clId="{86A63069-2CCC-5A02-9D86-AB1A41F75532}" dt="2026-10-09T09:47:27.190" v="5660" actId="1076"/>
          <ac:cxnSpMkLst>
            <pc:docMk/>
            <pc:sldMk cId="2875095156" sldId="297"/>
            <ac:cxnSpMk id="49" creationId="{143C134E-ABE9-9FCA-EA8A-D530A4089429}"/>
          </ac:cxnSpMkLst>
        </pc:cxnChg>
      </pc:sldChg>
      <pc:sldChg chg="addSp delSp modSp add mod modNotesTx">
        <pc:chgData name="Aaron Hamilton" userId="18204c3e-02c8-4c76-b06e-0d252f35102f" providerId="ADAL" clId="{86A63069-2CCC-5A02-9D86-AB1A41F75532}" dt="2026-10-11T19:00:16.033" v="20592" actId="20577"/>
        <pc:sldMkLst>
          <pc:docMk/>
          <pc:sldMk cId="1695456473" sldId="298"/>
        </pc:sldMkLst>
        <pc:spChg chg="add mod">
          <ac:chgData name="Aaron Hamilton" userId="18204c3e-02c8-4c76-b06e-0d252f35102f" providerId="ADAL" clId="{86A63069-2CCC-5A02-9D86-AB1A41F75532}" dt="2026-10-09T10:02:13.373" v="5946" actId="1076"/>
          <ac:spMkLst>
            <pc:docMk/>
            <pc:sldMk cId="1695456473" sldId="298"/>
            <ac:spMk id="10" creationId="{F8BC7E5D-A4D6-E32B-D353-C7C085CE5451}"/>
          </ac:spMkLst>
        </pc:spChg>
        <pc:spChg chg="add mod">
          <ac:chgData name="Aaron Hamilton" userId="18204c3e-02c8-4c76-b06e-0d252f35102f" providerId="ADAL" clId="{86A63069-2CCC-5A02-9D86-AB1A41F75532}" dt="2026-10-09T10:02:17.959" v="5947" actId="1076"/>
          <ac:spMkLst>
            <pc:docMk/>
            <pc:sldMk cId="1695456473" sldId="298"/>
            <ac:spMk id="12" creationId="{08DA29BA-8031-4120-DCFE-C14EBF20AF1E}"/>
          </ac:spMkLst>
        </pc:spChg>
        <pc:spChg chg="add mod">
          <ac:chgData name="Aaron Hamilton" userId="18204c3e-02c8-4c76-b06e-0d252f35102f" providerId="ADAL" clId="{86A63069-2CCC-5A02-9D86-AB1A41F75532}" dt="2026-10-09T10:02:05.739" v="5944" actId="1035"/>
          <ac:spMkLst>
            <pc:docMk/>
            <pc:sldMk cId="1695456473" sldId="298"/>
            <ac:spMk id="14" creationId="{A8BD2654-E79D-9879-C981-A5F630E88D99}"/>
          </ac:spMkLst>
        </pc:spChg>
        <pc:spChg chg="mod">
          <ac:chgData name="Aaron Hamilton" userId="18204c3e-02c8-4c76-b06e-0d252f35102f" providerId="ADAL" clId="{86A63069-2CCC-5A02-9D86-AB1A41F75532}" dt="2026-10-09T09:58:25.665" v="5795" actId="1036"/>
          <ac:spMkLst>
            <pc:docMk/>
            <pc:sldMk cId="1695456473" sldId="298"/>
            <ac:spMk id="59" creationId="{1737381B-F7B5-273C-596C-B1F0BACD37CB}"/>
          </ac:spMkLst>
        </pc:spChg>
        <pc:picChg chg="del">
          <ac:chgData name="Aaron Hamilton" userId="18204c3e-02c8-4c76-b06e-0d252f35102f" providerId="ADAL" clId="{86A63069-2CCC-5A02-9D86-AB1A41F75532}" dt="2026-10-11T16:14:10.479" v="19613" actId="478"/>
          <ac:picMkLst>
            <pc:docMk/>
            <pc:sldMk cId="1695456473" sldId="298"/>
            <ac:picMk id="2" creationId="{E7A0E90C-780D-25CA-B48F-D539E4B9A7FE}"/>
          </ac:picMkLst>
        </pc:picChg>
      </pc:sldChg>
      <pc:sldChg chg="addSp delSp modSp add mod ord modNotesTx">
        <pc:chgData name="Aaron Hamilton" userId="18204c3e-02c8-4c76-b06e-0d252f35102f" providerId="ADAL" clId="{86A63069-2CCC-5A02-9D86-AB1A41F75532}" dt="2026-10-11T15:47:15.064" v="19607" actId="20577"/>
        <pc:sldMkLst>
          <pc:docMk/>
          <pc:sldMk cId="2949412547" sldId="299"/>
        </pc:sldMkLst>
        <pc:spChg chg="mod">
          <ac:chgData name="Aaron Hamilton" userId="18204c3e-02c8-4c76-b06e-0d252f35102f" providerId="ADAL" clId="{86A63069-2CCC-5A02-9D86-AB1A41F75532}" dt="2026-10-09T10:05:02.366" v="6048" actId="20577"/>
          <ac:spMkLst>
            <pc:docMk/>
            <pc:sldMk cId="2949412547" sldId="299"/>
            <ac:spMk id="9" creationId="{9701407F-28C8-BB0A-C8A5-2D9B74FE5150}"/>
          </ac:spMkLst>
        </pc:spChg>
        <pc:spChg chg="mod">
          <ac:chgData name="Aaron Hamilton" userId="18204c3e-02c8-4c76-b06e-0d252f35102f" providerId="ADAL" clId="{86A63069-2CCC-5A02-9D86-AB1A41F75532}" dt="2026-10-09T10:05:26.306" v="6075" actId="20577"/>
          <ac:spMkLst>
            <pc:docMk/>
            <pc:sldMk cId="2949412547" sldId="299"/>
            <ac:spMk id="14" creationId="{ADF4E547-A370-BAFE-F2C9-AEA12D087B20}"/>
          </ac:spMkLst>
        </pc:spChg>
        <pc:spChg chg="add mod">
          <ac:chgData name="Aaron Hamilton" userId="18204c3e-02c8-4c76-b06e-0d252f35102f" providerId="ADAL" clId="{86A63069-2CCC-5A02-9D86-AB1A41F75532}" dt="2026-10-09T10:14:11.203" v="6388" actId="1038"/>
          <ac:spMkLst>
            <pc:docMk/>
            <pc:sldMk cId="2949412547" sldId="299"/>
            <ac:spMk id="16" creationId="{0BC8FBF4-5445-7DB0-E7F8-5B634C2F31CA}"/>
          </ac:spMkLst>
        </pc:spChg>
        <pc:spChg chg="mod">
          <ac:chgData name="Aaron Hamilton" userId="18204c3e-02c8-4c76-b06e-0d252f35102f" providerId="ADAL" clId="{86A63069-2CCC-5A02-9D86-AB1A41F75532}" dt="2026-10-09T10:06:12.100" v="6167" actId="20577"/>
          <ac:spMkLst>
            <pc:docMk/>
            <pc:sldMk cId="2949412547" sldId="299"/>
            <ac:spMk id="17" creationId="{D706C83D-D720-92BD-D789-3553F187F3C4}"/>
          </ac:spMkLst>
        </pc:spChg>
        <pc:spChg chg="mod">
          <ac:chgData name="Aaron Hamilton" userId="18204c3e-02c8-4c76-b06e-0d252f35102f" providerId="ADAL" clId="{86A63069-2CCC-5A02-9D86-AB1A41F75532}" dt="2026-10-09T10:06:25.374" v="6170" actId="20577"/>
          <ac:spMkLst>
            <pc:docMk/>
            <pc:sldMk cId="2949412547" sldId="299"/>
            <ac:spMk id="20" creationId="{EA3E10EE-2178-E91B-6692-391EB72D2B89}"/>
          </ac:spMkLst>
        </pc:spChg>
        <pc:spChg chg="mod">
          <ac:chgData name="Aaron Hamilton" userId="18204c3e-02c8-4c76-b06e-0d252f35102f" providerId="ADAL" clId="{86A63069-2CCC-5A02-9D86-AB1A41F75532}" dt="2026-10-09T10:06:57.577" v="6189" actId="20577"/>
          <ac:spMkLst>
            <pc:docMk/>
            <pc:sldMk cId="2949412547" sldId="299"/>
            <ac:spMk id="22" creationId="{6CF993F6-574B-2A15-5366-DFF48E3A84CC}"/>
          </ac:spMkLst>
        </pc:spChg>
        <pc:picChg chg="add mod">
          <ac:chgData name="Aaron Hamilton" userId="18204c3e-02c8-4c76-b06e-0d252f35102f" providerId="ADAL" clId="{86A63069-2CCC-5A02-9D86-AB1A41F75532}" dt="2026-10-09T10:12:39.805" v="6283" actId="1036"/>
          <ac:picMkLst>
            <pc:docMk/>
            <pc:sldMk cId="2949412547" sldId="299"/>
            <ac:picMk id="12" creationId="{8A5F443E-1CA2-E72B-FAB2-D3B310E2E779}"/>
          </ac:picMkLst>
        </pc:picChg>
        <pc:picChg chg="add mod">
          <ac:chgData name="Aaron Hamilton" userId="18204c3e-02c8-4c76-b06e-0d252f35102f" providerId="ADAL" clId="{86A63069-2CCC-5A02-9D86-AB1A41F75532}" dt="2026-10-09T10:12:39.805" v="6283" actId="1036"/>
          <ac:picMkLst>
            <pc:docMk/>
            <pc:sldMk cId="2949412547" sldId="299"/>
            <ac:picMk id="13" creationId="{A553FA9D-2FEE-630F-1B54-5CEA84D44007}"/>
          </ac:picMkLst>
        </pc:picChg>
        <pc:picChg chg="add mod">
          <ac:chgData name="Aaron Hamilton" userId="18204c3e-02c8-4c76-b06e-0d252f35102f" providerId="ADAL" clId="{86A63069-2CCC-5A02-9D86-AB1A41F75532}" dt="2026-10-09T10:14:11.203" v="6388" actId="1038"/>
          <ac:picMkLst>
            <pc:docMk/>
            <pc:sldMk cId="2949412547" sldId="299"/>
            <ac:picMk id="15" creationId="{536B33E3-AB20-70B5-DC28-8213B3C6FE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93A69D-B41C-3F4F-B1D3-33124D18B25E}"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723D5-B88C-DC4A-99B9-F7A549FFB66B}" type="slidenum">
              <a:rPr lang="en-US" smtClean="0"/>
              <a:t>‹#›</a:t>
            </a:fld>
            <a:endParaRPr lang="en-US"/>
          </a:p>
        </p:txBody>
      </p:sp>
    </p:spTree>
    <p:extLst>
      <p:ext uri="{BB962C8B-B14F-4D97-AF65-F5344CB8AC3E}">
        <p14:creationId xmlns:p14="http://schemas.microsoft.com/office/powerpoint/2010/main" val="105510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Paul: Good Afternoon, everyone. Today we are going to be exploring Flutter in today’s lecture.</a:t>
            </a:r>
            <a:br>
              <a:rPr lang="en-US"/>
            </a:br>
            <a:br>
              <a:rPr lang="en-US"/>
            </a:br>
            <a:r>
              <a:rPr lang="en-US"/>
              <a:t>Iram: We will be looking at how Flutter works and its system of widgets it uses.</a:t>
            </a:r>
            <a:br>
              <a:rPr lang="en-US"/>
            </a:br>
            <a:br>
              <a:rPr lang="en-US"/>
            </a:br>
            <a:r>
              <a:rPr lang="en-US"/>
              <a:t>Asim: We will also look at the advantages of Flutter can bring you into your development.</a:t>
            </a:r>
            <a:br>
              <a:rPr lang="en-US"/>
            </a:br>
            <a:br>
              <a:rPr lang="en-US"/>
            </a:br>
            <a:r>
              <a:rPr lang="en-US"/>
              <a:t>Aaron: We also will talk about the drawbacks we found and a then talk about the Lab work.</a:t>
            </a:r>
            <a:br>
              <a:rPr lang="en-US"/>
            </a:br>
            <a:br>
              <a:rPr lang="en-US"/>
            </a:br>
            <a:r>
              <a:rPr lang="en-US"/>
              <a:t>Iram: At the end we will be taking questions, we would love to answer them. Let’s start!</a:t>
            </a:r>
          </a:p>
        </p:txBody>
      </p:sp>
      <p:sp>
        <p:nvSpPr>
          <p:cNvPr id="4" name="Slide Number Placeholder 3"/>
          <p:cNvSpPr>
            <a:spLocks noGrp="1"/>
          </p:cNvSpPr>
          <p:nvPr>
            <p:ph type="sldNum" sz="quarter" idx="5"/>
          </p:nvPr>
        </p:nvSpPr>
        <p:spPr/>
        <p:txBody>
          <a:bodyPr/>
          <a:lstStyle/>
          <a:p>
            <a:fld id="{2A6723D5-B88C-DC4A-99B9-F7A549FFB66B}" type="slidenum">
              <a:rPr lang="en-US" smtClean="0"/>
              <a:t>1</a:t>
            </a:fld>
            <a:endParaRPr lang="en-US"/>
          </a:p>
        </p:txBody>
      </p:sp>
    </p:spTree>
    <p:extLst>
      <p:ext uri="{BB962C8B-B14F-4D97-AF65-F5344CB8AC3E}">
        <p14:creationId xmlns:p14="http://schemas.microsoft.com/office/powerpoint/2010/main" val="2408450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little introduction to Flutter. </a:t>
            </a:r>
          </a:p>
          <a:p>
            <a:br>
              <a:rPr lang="en-US"/>
            </a:br>
            <a:r>
              <a:rPr lang="en-US"/>
              <a:t>What is Flutter exactly? </a:t>
            </a:r>
          </a:p>
          <a:p>
            <a:endParaRPr lang="en-US"/>
          </a:p>
          <a:p>
            <a:r>
              <a:rPr lang="en-US"/>
              <a:t>Well, it was created by Google as a solution to a common challenge developers had. </a:t>
            </a:r>
          </a:p>
          <a:p>
            <a:endParaRPr lang="en-US"/>
          </a:p>
          <a:p>
            <a:r>
              <a:rPr lang="en-US"/>
              <a:t>Multiple codebases for one app to run on different platforms, making some platforms have missing features and not feel like a single unified app.</a:t>
            </a:r>
            <a:br>
              <a:rPr lang="en-US"/>
            </a:br>
            <a:endParaRPr lang="en-US"/>
          </a:p>
          <a:p>
            <a:r>
              <a:rPr lang="en-US"/>
              <a:t>Flutter solves this by compiling the code for the platforms you need it on, no more missing features on Android or IOS. </a:t>
            </a:r>
          </a:p>
          <a:p>
            <a:endParaRPr lang="en-US"/>
          </a:p>
          <a:p>
            <a:r>
              <a:rPr lang="en-US"/>
              <a:t>Same layout and design all at the same time. This also helps speed up development as well!</a:t>
            </a:r>
            <a:br>
              <a:rPr lang="en-US"/>
            </a:br>
            <a:br>
              <a:rPr lang="en-US"/>
            </a:br>
            <a:r>
              <a:rPr lang="en-US" sz="1200" b="0" i="0" kern="1200">
                <a:solidFill>
                  <a:schemeClr val="tx1"/>
                </a:solidFill>
                <a:effectLst/>
                <a:latin typeface="+mn-lt"/>
                <a:ea typeface="+mn-ea"/>
                <a:cs typeface="+mn-cs"/>
              </a:rPr>
              <a:t>When Flutter launched, declarative UI development was just starting to take off. Unlike traditional UI builders where you manually stitch layouts together, a declarative approach means you simply tell Flutter what the interface should look like, and the framework handles the rest. This ensures your app maintains a consistent look and feel across any device or screen size.</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Google had built up Flutter with a rich ecosystem of customizable widgets that help developers build modern, responsive applications. First launched 2018, it has now matured framework and used by major companies, like BMW and </a:t>
            </a:r>
            <a:r>
              <a:rPr lang="en-US" sz="1200" b="0" i="0" kern="1200" err="1">
                <a:solidFill>
                  <a:schemeClr val="tx1"/>
                </a:solidFill>
                <a:effectLst/>
                <a:latin typeface="+mn-lt"/>
                <a:ea typeface="+mn-ea"/>
                <a:cs typeface="+mn-cs"/>
              </a:rPr>
              <a:t>Nubank</a:t>
            </a:r>
            <a:r>
              <a:rPr lang="en-US" sz="1200" b="0" i="0" kern="1200">
                <a:solidFill>
                  <a:schemeClr val="tx1"/>
                </a:solidFill>
                <a:effectLst/>
                <a:latin typeface="+mn-lt"/>
                <a:ea typeface="+mn-ea"/>
                <a:cs typeface="+mn-cs"/>
              </a:rPr>
              <a:t>. Google Pay uses flutter as well.</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As you can see on the screen, Flutter empowers you to target a wide variety of platforms from one unified codebase.</a:t>
            </a:r>
            <a:endParaRPr lang="en-US"/>
          </a:p>
        </p:txBody>
      </p:sp>
      <p:sp>
        <p:nvSpPr>
          <p:cNvPr id="4" name="Slide Number Placeholder 3"/>
          <p:cNvSpPr>
            <a:spLocks noGrp="1"/>
          </p:cNvSpPr>
          <p:nvPr>
            <p:ph type="sldNum" sz="quarter" idx="5"/>
          </p:nvPr>
        </p:nvSpPr>
        <p:spPr/>
        <p:txBody>
          <a:bodyPr/>
          <a:lstStyle/>
          <a:p>
            <a:fld id="{2A6723D5-B88C-DC4A-99B9-F7A549FFB66B}" type="slidenum">
              <a:rPr lang="en-US" smtClean="0"/>
              <a:t>2</a:t>
            </a:fld>
            <a:endParaRPr lang="en-US"/>
          </a:p>
        </p:txBody>
      </p:sp>
    </p:spTree>
    <p:extLst>
      <p:ext uri="{BB962C8B-B14F-4D97-AF65-F5344CB8AC3E}">
        <p14:creationId xmlns:p14="http://schemas.microsoft.com/office/powerpoint/2010/main" val="3246657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understand Flutter, we need a quick introduction to Dart.</a:t>
            </a:r>
            <a:br>
              <a:rPr lang="en-US"/>
            </a:br>
            <a:br>
              <a:rPr lang="en-US"/>
            </a:br>
            <a:r>
              <a:rPr lang="en-US"/>
              <a:t>Flutter runs on top of Dart, a programming language that was also developed by Google. </a:t>
            </a:r>
          </a:p>
          <a:p>
            <a:endParaRPr lang="en-US"/>
          </a:p>
          <a:p>
            <a:r>
              <a:rPr lang="en-US"/>
              <a:t>From the beginning it was designed around being open-source, improving by the community of developers.</a:t>
            </a:r>
            <a:br>
              <a:rPr lang="en-US"/>
            </a:br>
            <a:br>
              <a:rPr lang="en-US"/>
            </a:br>
            <a:r>
              <a:rPr lang="en-US"/>
              <a:t>Dart was created to be intuitive, easy to pick up and run efficiently across an array of devices.</a:t>
            </a:r>
          </a:p>
          <a:p>
            <a:endParaRPr lang="en-US"/>
          </a:p>
          <a:p>
            <a:r>
              <a:rPr lang="en-US"/>
              <a:t>Fun Fact: Google created Dart originally with the ambition to replace JavaScript on the web. However, Google later shifted the project to, how its now, a multiplatform language.</a:t>
            </a:r>
            <a:br>
              <a:rPr lang="en-US"/>
            </a:br>
            <a:br>
              <a:rPr lang="en-US"/>
            </a:br>
            <a:r>
              <a:rPr lang="en-US"/>
              <a:t>Because of the design, if you have experience with JavaScript , you might find the syntax familiar, especially if you have worked with the React Framework.</a:t>
            </a:r>
            <a:br>
              <a:rPr lang="en-US"/>
            </a:br>
            <a:br>
              <a:rPr lang="en-US"/>
            </a:br>
            <a:r>
              <a:rPr lang="en-US"/>
              <a:t>But don’t worry, we won’t be diving into Dart today.</a:t>
            </a:r>
          </a:p>
        </p:txBody>
      </p:sp>
      <p:sp>
        <p:nvSpPr>
          <p:cNvPr id="4" name="Slide Number Placeholder 3"/>
          <p:cNvSpPr>
            <a:spLocks noGrp="1"/>
          </p:cNvSpPr>
          <p:nvPr>
            <p:ph type="sldNum" sz="quarter" idx="5"/>
          </p:nvPr>
        </p:nvSpPr>
        <p:spPr/>
        <p:txBody>
          <a:bodyPr/>
          <a:lstStyle/>
          <a:p>
            <a:fld id="{2A6723D5-B88C-DC4A-99B9-F7A549FFB66B}" type="slidenum">
              <a:rPr lang="en-US" smtClean="0"/>
              <a:t>3</a:t>
            </a:fld>
            <a:endParaRPr lang="en-US"/>
          </a:p>
        </p:txBody>
      </p:sp>
    </p:spTree>
    <p:extLst>
      <p:ext uri="{BB962C8B-B14F-4D97-AF65-F5344CB8AC3E}">
        <p14:creationId xmlns:p14="http://schemas.microsoft.com/office/powerpoint/2010/main" val="3595330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Flutter and Dart are a powerful combination, it’s what brings your app together!</a:t>
            </a:r>
            <a:br>
              <a:rPr lang="en-US" sz="1200" kern="1200">
                <a:solidFill>
                  <a:schemeClr val="tx1"/>
                </a:solidFill>
                <a:effectLst/>
                <a:latin typeface="+mn-lt"/>
                <a:ea typeface="+mn-ea"/>
                <a:cs typeface="+mn-cs"/>
              </a:rPr>
            </a:b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Flutter is the declarative UI framework, providing all the widgets and tools and visual structure that you need your applications. While in the background, Dart is handing all of the business logic that the app needs to run and handle the core logic of the application you are creating.</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Both together makes your </a:t>
            </a:r>
            <a:r>
              <a:rPr lang="en-US" sz="1200" kern="1200" err="1">
                <a:solidFill>
                  <a:schemeClr val="tx1"/>
                </a:solidFill>
                <a:effectLst/>
                <a:latin typeface="+mn-lt"/>
                <a:ea typeface="+mn-ea"/>
                <a:cs typeface="+mn-cs"/>
              </a:rPr>
              <a:t>mutiplatform</a:t>
            </a:r>
            <a:r>
              <a:rPr lang="en-US" sz="1200" kern="1200">
                <a:solidFill>
                  <a:schemeClr val="tx1"/>
                </a:solidFill>
                <a:effectLst/>
                <a:latin typeface="+mn-lt"/>
                <a:ea typeface="+mn-ea"/>
                <a:cs typeface="+mn-cs"/>
              </a:rPr>
              <a:t> project run fast and smooth, allowing you to write one base code and deploy across mobile, web and server environments.</a:t>
            </a:r>
          </a:p>
        </p:txBody>
      </p:sp>
      <p:sp>
        <p:nvSpPr>
          <p:cNvPr id="4" name="Slide Number Placeholder 3"/>
          <p:cNvSpPr>
            <a:spLocks noGrp="1"/>
          </p:cNvSpPr>
          <p:nvPr>
            <p:ph type="sldNum" sz="quarter" idx="5"/>
          </p:nvPr>
        </p:nvSpPr>
        <p:spPr/>
        <p:txBody>
          <a:bodyPr/>
          <a:lstStyle/>
          <a:p>
            <a:fld id="{2A6723D5-B88C-DC4A-99B9-F7A549FFB66B}" type="slidenum">
              <a:rPr lang="en-US" smtClean="0"/>
              <a:t>4</a:t>
            </a:fld>
            <a:endParaRPr lang="en-US"/>
          </a:p>
        </p:txBody>
      </p:sp>
    </p:spTree>
    <p:extLst>
      <p:ext uri="{BB962C8B-B14F-4D97-AF65-F5344CB8AC3E}">
        <p14:creationId xmlns:p14="http://schemas.microsoft.com/office/powerpoint/2010/main" val="122183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Let’s break down quickly on how flutter works.</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At the very top is your application code, this is where you combine UI widgets with your apps business logic and state management. That is where all of that lives.</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Right underneath that is the Flutter framework. This part is where all of the widgets we had used live and all the other core components are. This also houses the Material and Cupertino themes, gesture detectors, text input and so much more. It takes all your widgets and creates them into the Widget Tree.</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Then we enter the engine layer. This is where the Dart runtime is hosted, text layout management and handling system events. This area does the heavy lifting of the rendering of the application.</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Below the engine sits the Embedder. The embedder is platform-specific—meaning Android, iOS, Windows, and macOS each have their own. It communicates directly with the host operating system to set up rendering surfaces, manage thread scheduling, pass touch inputs, and handle native accessibility events.</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Finally, the runner. This is run when you type flutter create. This build up your project from a shell project and get the environment ready for creating your new program. Just like when you start a new project on Android Studio or Xcode.</a:t>
            </a:r>
          </a:p>
        </p:txBody>
      </p:sp>
      <p:sp>
        <p:nvSpPr>
          <p:cNvPr id="4" name="Slide Number Placeholder 3"/>
          <p:cNvSpPr>
            <a:spLocks noGrp="1"/>
          </p:cNvSpPr>
          <p:nvPr>
            <p:ph type="sldNum" sz="quarter" idx="5"/>
          </p:nvPr>
        </p:nvSpPr>
        <p:spPr/>
        <p:txBody>
          <a:bodyPr/>
          <a:lstStyle/>
          <a:p>
            <a:fld id="{2A6723D5-B88C-DC4A-99B9-F7A549FFB66B}" type="slidenum">
              <a:rPr lang="en-US" smtClean="0"/>
              <a:t>5</a:t>
            </a:fld>
            <a:endParaRPr lang="en-US"/>
          </a:p>
        </p:txBody>
      </p:sp>
    </p:spTree>
    <p:extLst>
      <p:ext uri="{BB962C8B-B14F-4D97-AF65-F5344CB8AC3E}">
        <p14:creationId xmlns:p14="http://schemas.microsoft.com/office/powerpoint/2010/main" val="3481831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When building with Flutter, one thing to remember is that almost everything that you see and use in your application is a widgets. Widgets are the fundamental building block of any Flutter project you create.</a:t>
            </a:r>
            <a:br>
              <a:rPr lang="en-US" sz="1200" kern="1200">
                <a:solidFill>
                  <a:schemeClr val="tx1"/>
                </a:solidFill>
                <a:effectLst/>
                <a:latin typeface="+mn-lt"/>
                <a:ea typeface="+mn-ea"/>
                <a:cs typeface="+mn-cs"/>
              </a:rPr>
            </a:b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The framework comes packed with a large library of pre-built widgets out of the box. You have all the basic widgets for rendering text and images as well as helping creating layouts. All the pre-build widgets are also very customizable so your apps can be unique.</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Beyond just the built in widgets, there are massive community driven ecosystems alongside Googles first party packages. Every widgets are created to be highly customizable, flexible giving you a strong sense of freedom when creating the app.</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As you can see on the screen, there are some of the moist common widgets you’ll work with daily with every project you create.</a:t>
            </a:r>
          </a:p>
        </p:txBody>
      </p:sp>
      <p:sp>
        <p:nvSpPr>
          <p:cNvPr id="4" name="Slide Number Placeholder 3"/>
          <p:cNvSpPr>
            <a:spLocks noGrp="1"/>
          </p:cNvSpPr>
          <p:nvPr>
            <p:ph type="sldNum" sz="quarter" idx="5"/>
          </p:nvPr>
        </p:nvSpPr>
        <p:spPr/>
        <p:txBody>
          <a:bodyPr/>
          <a:lstStyle/>
          <a:p>
            <a:fld id="{2A6723D5-B88C-DC4A-99B9-F7A549FFB66B}" type="slidenum">
              <a:rPr lang="en-US" smtClean="0"/>
              <a:t>6</a:t>
            </a:fld>
            <a:endParaRPr lang="en-US"/>
          </a:p>
        </p:txBody>
      </p:sp>
    </p:spTree>
    <p:extLst>
      <p:ext uri="{BB962C8B-B14F-4D97-AF65-F5344CB8AC3E}">
        <p14:creationId xmlns:p14="http://schemas.microsoft.com/office/powerpoint/2010/main" val="1615743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Now we have an understanding on widgets to build our UI, we will explain how they handle changes. IN Flutter there are to main states that your widgets can be; Stateless and Stateful.</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 Stateless Widget is immutable- meaning once the widget is built, it will never change. The contents remain fix regardless upon user interaction or app activity. A good example is the top app bar which might hold a static icon and text.</a:t>
            </a:r>
            <a:br>
              <a:rPr lang="en-US" sz="1200" kern="1200">
                <a:solidFill>
                  <a:schemeClr val="tx1"/>
                </a:solidFill>
                <a:effectLst/>
                <a:latin typeface="+mn-lt"/>
                <a:ea typeface="+mn-ea"/>
                <a:cs typeface="+mn-cs"/>
              </a:rPr>
            </a:b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On the other hand, you have stateful Widgets which are dynamic in nature. It can update its state and re-render its contents on the fly while the app is running. This helps make the app interactive where you need it to be. For example ,you could have a counter, text failed, and/or a toggle switch. In your app you may want details updating live to display weather information.</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Flutter efficiently rebuilds only the parts of the UI that need updating.</a:t>
            </a:r>
          </a:p>
        </p:txBody>
      </p:sp>
      <p:sp>
        <p:nvSpPr>
          <p:cNvPr id="4" name="Slide Number Placeholder 3"/>
          <p:cNvSpPr>
            <a:spLocks noGrp="1"/>
          </p:cNvSpPr>
          <p:nvPr>
            <p:ph type="sldNum" sz="quarter" idx="5"/>
          </p:nvPr>
        </p:nvSpPr>
        <p:spPr/>
        <p:txBody>
          <a:bodyPr/>
          <a:lstStyle/>
          <a:p>
            <a:fld id="{2A6723D5-B88C-DC4A-99B9-F7A549FFB66B}" type="slidenum">
              <a:rPr lang="en-US" smtClean="0"/>
              <a:t>7</a:t>
            </a:fld>
            <a:endParaRPr lang="en-US"/>
          </a:p>
        </p:txBody>
      </p:sp>
    </p:spTree>
    <p:extLst>
      <p:ext uri="{BB962C8B-B14F-4D97-AF65-F5344CB8AC3E}">
        <p14:creationId xmlns:p14="http://schemas.microsoft.com/office/powerpoint/2010/main" val="2374059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Let’s look at code example above.</a:t>
            </a:r>
          </a:p>
          <a:p>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On line one we’re importing Google’s Material Design package, which gives us all the core visual styling and widgets needed for the app.</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On line three, we have void main, which is the entry point for every Dart application.</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Inside main on line 4, </a:t>
            </a:r>
            <a:r>
              <a:rPr lang="en-US" sz="1200" kern="1200" err="1">
                <a:solidFill>
                  <a:schemeClr val="tx1"/>
                </a:solidFill>
                <a:effectLst/>
                <a:latin typeface="+mn-lt"/>
                <a:ea typeface="+mn-ea"/>
                <a:cs typeface="+mn-cs"/>
              </a:rPr>
              <a:t>runApp</a:t>
            </a:r>
            <a:r>
              <a:rPr lang="en-US" sz="1200" kern="1200">
                <a:solidFill>
                  <a:schemeClr val="tx1"/>
                </a:solidFill>
                <a:effectLst/>
                <a:latin typeface="+mn-lt"/>
                <a:ea typeface="+mn-ea"/>
                <a:cs typeface="+mn-cs"/>
              </a:rPr>
              <a:t> is a built in Flutter function that creates the root of the widget tree.</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Finally, you’ll see the home property, which acts as the default route or main screen of your app. In this case, it simply holds a Text widget displaying 'Hello Flutter'.</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Now, obviously, this is a very bare-bones starting point, but don’t be fooled as the lab will take you from this basic snippet to writing properly structured code. Trust me, once you get the hand of it it’s much easier than you think.</a:t>
            </a:r>
          </a:p>
        </p:txBody>
      </p:sp>
      <p:sp>
        <p:nvSpPr>
          <p:cNvPr id="4" name="Slide Number Placeholder 3"/>
          <p:cNvSpPr>
            <a:spLocks noGrp="1"/>
          </p:cNvSpPr>
          <p:nvPr>
            <p:ph type="sldNum" sz="quarter" idx="5"/>
          </p:nvPr>
        </p:nvSpPr>
        <p:spPr/>
        <p:txBody>
          <a:bodyPr/>
          <a:lstStyle/>
          <a:p>
            <a:fld id="{2A6723D5-B88C-DC4A-99B9-F7A549FFB66B}" type="slidenum">
              <a:rPr lang="en-US" smtClean="0"/>
              <a:t>8</a:t>
            </a:fld>
            <a:endParaRPr lang="en-US"/>
          </a:p>
        </p:txBody>
      </p:sp>
    </p:spTree>
    <p:extLst>
      <p:ext uri="{BB962C8B-B14F-4D97-AF65-F5344CB8AC3E}">
        <p14:creationId xmlns:p14="http://schemas.microsoft.com/office/powerpoint/2010/main" val="866647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Now we can have a look at how Flutter app connects to the wider world. An app is rarely offline based, it will use the cloud for more eleven up-to-date data.</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As you can see in this diagram, an Android/IOS app built with flutter communicates with a backend RST API to request information. When a request is made, the backend server retrieves the data from a database and sends a response back through the API.</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While Flutter handles the visual UI rendering on the device, Dart is working simultaneously in the background to handle the network requests, parse the incoming data, and prepare it for the app.</a:t>
            </a:r>
          </a:p>
        </p:txBody>
      </p:sp>
      <p:sp>
        <p:nvSpPr>
          <p:cNvPr id="4" name="Slide Number Placeholder 3"/>
          <p:cNvSpPr>
            <a:spLocks noGrp="1"/>
          </p:cNvSpPr>
          <p:nvPr>
            <p:ph type="sldNum" sz="quarter" idx="5"/>
          </p:nvPr>
        </p:nvSpPr>
        <p:spPr/>
        <p:txBody>
          <a:bodyPr/>
          <a:lstStyle/>
          <a:p>
            <a:fld id="{2A6723D5-B88C-DC4A-99B9-F7A549FFB66B}" type="slidenum">
              <a:rPr lang="en-US" smtClean="0"/>
              <a:t>9</a:t>
            </a:fld>
            <a:endParaRPr lang="en-US"/>
          </a:p>
        </p:txBody>
      </p:sp>
    </p:spTree>
    <p:extLst>
      <p:ext uri="{BB962C8B-B14F-4D97-AF65-F5344CB8AC3E}">
        <p14:creationId xmlns:p14="http://schemas.microsoft.com/office/powerpoint/2010/main" val="1752183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So, in a real-world example. Image a company that has built an e-commerce app using flutter to allow customers to browse an array of items available to buy.</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When the user open the app, they are on the Home Screen, the app initially displays a spinner in the center or a skeleton placeholder. Behind the scene, Dart is communicating to the backend server to reeve the current catalog of items.</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Once dart had successfully populated its variables with the latest information, Flutter is designed to automatically detect the changes and update upon the changed data. This means that the stateful widgets will now dynamically update, transitioning from the skeleton placeholder with the recent catalog.</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This happens through out the app, all with the help of flutter and dart making the experience as seamless as possible. </a:t>
            </a:r>
          </a:p>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A6723D5-B88C-DC4A-99B9-F7A549FFB66B}" type="slidenum">
              <a:rPr lang="en-US" smtClean="0"/>
              <a:t>10</a:t>
            </a:fld>
            <a:endParaRPr lang="en-US"/>
          </a:p>
        </p:txBody>
      </p:sp>
    </p:spTree>
    <p:extLst>
      <p:ext uri="{BB962C8B-B14F-4D97-AF65-F5344CB8AC3E}">
        <p14:creationId xmlns:p14="http://schemas.microsoft.com/office/powerpoint/2010/main" val="3673580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many advantages for choosing flutter having the one code base means that all your different platforms are always up to get there at the exact same time nobody’s messing out on any features which can actually make your development time so much faster idea just focusing on the one and we’re flat his hot reload. You do not need to keep rebuilding your project. I can update on the fly so your development time really does shrink with flutter..</a:t>
            </a:r>
          </a:p>
          <a:p>
            <a:endParaRPr lang="en-US"/>
          </a:p>
          <a:p>
            <a:r>
              <a:rPr lang="en-US"/>
              <a:t>And thanks to the dynamic, which I builder it has you can really make you unique looking apps and it can then be converting directly to native machine code so performance should be great throughout no matter diplo form you choose to run it on</a:t>
            </a:r>
          </a:p>
          <a:p>
            <a:r>
              <a:rPr lang="en-US"/>
              <a:t>And thanks to the open source nature of flutter the community arc always creating new widgets and support flutter to grow.</a:t>
            </a:r>
          </a:p>
        </p:txBody>
      </p:sp>
      <p:sp>
        <p:nvSpPr>
          <p:cNvPr id="4" name="Slide Number Placeholder 3"/>
          <p:cNvSpPr>
            <a:spLocks noGrp="1"/>
          </p:cNvSpPr>
          <p:nvPr>
            <p:ph type="sldNum" sz="quarter" idx="5"/>
          </p:nvPr>
        </p:nvSpPr>
        <p:spPr/>
        <p:txBody>
          <a:bodyPr/>
          <a:lstStyle/>
          <a:p>
            <a:fld id="{2A6723D5-B88C-DC4A-99B9-F7A549FFB66B}" type="slidenum">
              <a:rPr lang="en-US" smtClean="0"/>
              <a:t>11</a:t>
            </a:fld>
            <a:endParaRPr lang="en-US"/>
          </a:p>
        </p:txBody>
      </p:sp>
    </p:spTree>
    <p:extLst>
      <p:ext uri="{BB962C8B-B14F-4D97-AF65-F5344CB8AC3E}">
        <p14:creationId xmlns:p14="http://schemas.microsoft.com/office/powerpoint/2010/main" val="116769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there’s advantages that also the same number of disadvantages sadly, as of the nature of being multiplatform that means that file sizes of your program may be larger than if they were natively created, and you might actually lose out on day one features from said platforms.</a:t>
            </a:r>
          </a:p>
          <a:p>
            <a:endParaRPr lang="en-US"/>
          </a:p>
          <a:p>
            <a:r>
              <a:rPr lang="en-US"/>
              <a:t>Well flutter can be used for web. It will not be good for SCO optimization due to its long load times and complexities so it should really stay as being a web app rather than traditional pages.</a:t>
            </a:r>
          </a:p>
          <a:p>
            <a:endParaRPr lang="en-US"/>
          </a:p>
          <a:p>
            <a:r>
              <a:rPr lang="en-US"/>
              <a:t>While we have been saying, it’s easy to learn it may be harder for some people that have no JavaScript or react experience.</a:t>
            </a:r>
          </a:p>
          <a:p>
            <a:endParaRPr lang="en-US"/>
          </a:p>
          <a:p>
            <a:r>
              <a:rPr lang="en-US"/>
              <a:t>Jet brains have recently taken Kotlin with compose and made a multi platform as well so people that have android development experiences can easily convert their current code to run on iOS and jet. Brains have also made Coland multiplatform work service side as well, so it can also work on the web so there’s multiple options.</a:t>
            </a:r>
          </a:p>
        </p:txBody>
      </p:sp>
      <p:sp>
        <p:nvSpPr>
          <p:cNvPr id="4" name="Slide Number Placeholder 3"/>
          <p:cNvSpPr>
            <a:spLocks noGrp="1"/>
          </p:cNvSpPr>
          <p:nvPr>
            <p:ph type="sldNum" sz="quarter" idx="5"/>
          </p:nvPr>
        </p:nvSpPr>
        <p:spPr/>
        <p:txBody>
          <a:bodyPr/>
          <a:lstStyle/>
          <a:p>
            <a:fld id="{2A6723D5-B88C-DC4A-99B9-F7A549FFB66B}" type="slidenum">
              <a:rPr lang="en-US" smtClean="0"/>
              <a:t>12</a:t>
            </a:fld>
            <a:endParaRPr lang="en-US"/>
          </a:p>
        </p:txBody>
      </p:sp>
    </p:spTree>
    <p:extLst>
      <p:ext uri="{BB962C8B-B14F-4D97-AF65-F5344CB8AC3E}">
        <p14:creationId xmlns:p14="http://schemas.microsoft.com/office/powerpoint/2010/main" val="4072831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much has been said in so little time so here are the key points that we have learned today.</a:t>
            </a:r>
          </a:p>
          <a:p>
            <a:endParaRPr lang="en-US"/>
          </a:p>
          <a:p>
            <a:r>
              <a:rPr lang="en-US"/>
              <a:t>We have learnt that has a large multiplatform support and it’s always getting regularly updated by Google and we have a declarative UI builder, and the easy nature of helps you create beautiful, unique apps, and dart supports you throughout helping you writing the code making sure that you flat application runs fast and smoothly and can be deployed wherever you need it.</a:t>
            </a:r>
          </a:p>
        </p:txBody>
      </p:sp>
      <p:sp>
        <p:nvSpPr>
          <p:cNvPr id="4" name="Slide Number Placeholder 3"/>
          <p:cNvSpPr>
            <a:spLocks noGrp="1"/>
          </p:cNvSpPr>
          <p:nvPr>
            <p:ph type="sldNum" sz="quarter" idx="5"/>
          </p:nvPr>
        </p:nvSpPr>
        <p:spPr/>
        <p:txBody>
          <a:bodyPr/>
          <a:lstStyle/>
          <a:p>
            <a:fld id="{2A6723D5-B88C-DC4A-99B9-F7A549FFB66B}" type="slidenum">
              <a:rPr lang="en-US" smtClean="0"/>
              <a:t>13</a:t>
            </a:fld>
            <a:endParaRPr lang="en-US"/>
          </a:p>
        </p:txBody>
      </p:sp>
    </p:spTree>
    <p:extLst>
      <p:ext uri="{BB962C8B-B14F-4D97-AF65-F5344CB8AC3E}">
        <p14:creationId xmlns:p14="http://schemas.microsoft.com/office/powerpoint/2010/main" val="3035090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take what you have learnt today and put it into practice.</a:t>
            </a:r>
          </a:p>
          <a:p>
            <a:br>
              <a:rPr lang="en-US"/>
            </a:br>
            <a:r>
              <a:rPr lang="en-US"/>
              <a:t>The lab guides you through everything, but at the end of each section there are some challenges, we won't give the answer to them, you need to do a bit of research and testing, the best way of learning!</a:t>
            </a:r>
            <a:br>
              <a:rPr lang="en-US"/>
            </a:br>
            <a:br>
              <a:rPr lang="en-US"/>
            </a:br>
            <a:r>
              <a:rPr lang="en-US"/>
              <a:t>At the end of the lab, you should be able to create reusable widgets and build up a card interface to display some information.</a:t>
            </a:r>
            <a:br>
              <a:rPr lang="en-US"/>
            </a:br>
            <a:br>
              <a:rPr lang="en-US"/>
            </a:br>
            <a:r>
              <a:rPr lang="en-US"/>
              <a:t>We aren’t adding any logic as we are just focusing on Flutter itself, but that shouldn’t stop you from playing about and add some logic into it.</a:t>
            </a:r>
          </a:p>
        </p:txBody>
      </p:sp>
      <p:sp>
        <p:nvSpPr>
          <p:cNvPr id="4" name="Slide Number Placeholder 3"/>
          <p:cNvSpPr>
            <a:spLocks noGrp="1"/>
          </p:cNvSpPr>
          <p:nvPr>
            <p:ph type="sldNum" sz="quarter" idx="5"/>
          </p:nvPr>
        </p:nvSpPr>
        <p:spPr/>
        <p:txBody>
          <a:bodyPr/>
          <a:lstStyle/>
          <a:p>
            <a:fld id="{2A6723D5-B88C-DC4A-99B9-F7A549FFB66B}" type="slidenum">
              <a:rPr lang="en-US" smtClean="0"/>
              <a:t>14</a:t>
            </a:fld>
            <a:endParaRPr lang="en-US"/>
          </a:p>
        </p:txBody>
      </p:sp>
    </p:spTree>
    <p:extLst>
      <p:ext uri="{BB962C8B-B14F-4D97-AF65-F5344CB8AC3E}">
        <p14:creationId xmlns:p14="http://schemas.microsoft.com/office/powerpoint/2010/main" val="1918006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the list of references for you to continue with your learning you’re able to access them on the unique studio lab site by going to the view lecture slides and scrolling to the bottom to Learning resources.</a:t>
            </a:r>
          </a:p>
        </p:txBody>
      </p:sp>
      <p:sp>
        <p:nvSpPr>
          <p:cNvPr id="4" name="Slide Number Placeholder 3"/>
          <p:cNvSpPr>
            <a:spLocks noGrp="1"/>
          </p:cNvSpPr>
          <p:nvPr>
            <p:ph type="sldNum" sz="quarter" idx="5"/>
          </p:nvPr>
        </p:nvSpPr>
        <p:spPr/>
        <p:txBody>
          <a:bodyPr/>
          <a:lstStyle/>
          <a:p>
            <a:fld id="{2A6723D5-B88C-DC4A-99B9-F7A549FFB66B}" type="slidenum">
              <a:rPr lang="en-US" smtClean="0"/>
              <a:t>15</a:t>
            </a:fld>
            <a:endParaRPr lang="en-US"/>
          </a:p>
        </p:txBody>
      </p:sp>
    </p:spTree>
    <p:extLst>
      <p:ext uri="{BB962C8B-B14F-4D97-AF65-F5344CB8AC3E}">
        <p14:creationId xmlns:p14="http://schemas.microsoft.com/office/powerpoint/2010/main" val="1863511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really do appreciate your time and listening to our lecture today.</a:t>
            </a:r>
          </a:p>
          <a:p>
            <a:endParaRPr lang="en-US"/>
          </a:p>
          <a:p>
            <a:r>
              <a:rPr lang="en-US"/>
              <a:t>We hope you have some questions for us as we are more than willing to answer and make sure you do have a true understanding on what you learned today.</a:t>
            </a:r>
          </a:p>
          <a:p>
            <a:endParaRPr lang="en-US"/>
          </a:p>
          <a:p>
            <a:r>
              <a:rPr lang="en-US"/>
              <a:t>So, on that note, any questions?</a:t>
            </a:r>
          </a:p>
          <a:p>
            <a:endParaRPr lang="en-US"/>
          </a:p>
          <a:p>
            <a:r>
              <a:rPr lang="en-US"/>
              <a:t>&lt;&lt;DO QUESTIONS&gt;&gt;</a:t>
            </a:r>
            <a:br>
              <a:rPr lang="en-US"/>
            </a:br>
            <a:br>
              <a:rPr lang="en-US"/>
            </a:br>
            <a:r>
              <a:rPr lang="en-US"/>
              <a:t>Thank you for that, again go to </a:t>
            </a:r>
            <a:r>
              <a:rPr lang="en-US" err="1"/>
              <a:t>uniqstudio.org</a:t>
            </a:r>
            <a:r>
              <a:rPr lang="en-US"/>
              <a:t>/learn to start on the lab any questions come find us and will help you through it.</a:t>
            </a:r>
          </a:p>
        </p:txBody>
      </p:sp>
      <p:sp>
        <p:nvSpPr>
          <p:cNvPr id="4" name="Slide Number Placeholder 3"/>
          <p:cNvSpPr>
            <a:spLocks noGrp="1"/>
          </p:cNvSpPr>
          <p:nvPr>
            <p:ph type="sldNum" sz="quarter" idx="5"/>
          </p:nvPr>
        </p:nvSpPr>
        <p:spPr/>
        <p:txBody>
          <a:bodyPr/>
          <a:lstStyle/>
          <a:p>
            <a:fld id="{2A6723D5-B88C-DC4A-99B9-F7A549FFB66B}" type="slidenum">
              <a:rPr lang="en-US" smtClean="0"/>
              <a:t>16</a:t>
            </a:fld>
            <a:endParaRPr lang="en-US"/>
          </a:p>
        </p:txBody>
      </p:sp>
    </p:spTree>
    <p:extLst>
      <p:ext uri="{BB962C8B-B14F-4D97-AF65-F5344CB8AC3E}">
        <p14:creationId xmlns:p14="http://schemas.microsoft.com/office/powerpoint/2010/main" val="431321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13/10/2026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13/10/2026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13/10/2026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13/10/2026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hyperlink" Target="https://docs.flutter.dev/resources/architectural-overview" TargetMode="External"/><Relationship Id="rId3" Type="http://schemas.openxmlformats.org/officeDocument/2006/relationships/image" Target="../media/image1.png"/><Relationship Id="rId7" Type="http://schemas.openxmlformats.org/officeDocument/2006/relationships/hyperlink" Target="https://docs.flutter.dev/app-architecture/concepts" TargetMode="External"/><Relationship Id="rId12"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docs.flutter.dev/ui" TargetMode="External"/><Relationship Id="rId11" Type="http://schemas.openxmlformats.org/officeDocument/2006/relationships/hyperlink" Target="https://docs.flutter.dev/learn/pathway/how-flutter-works" TargetMode="External"/><Relationship Id="rId5" Type="http://schemas.openxmlformats.org/officeDocument/2006/relationships/hyperlink" Target="https://docs.flutter.dev/ui/widgets/basics" TargetMode="External"/><Relationship Id="rId10" Type="http://schemas.openxmlformats.org/officeDocument/2006/relationships/hyperlink" Target="https://docs.flutter.dev/reference/widgets" TargetMode="External"/><Relationship Id="rId4" Type="http://schemas.openxmlformats.org/officeDocument/2006/relationships/hyperlink" Target="https://dart.dev/" TargetMode="External"/><Relationship Id="rId9" Type="http://schemas.openxmlformats.org/officeDocument/2006/relationships/hyperlink" Target="https://docs.flutter.dev/"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87BEAD32-8A03-6EE4-BA29-56AAF5A1DCD2}"/>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9EB213D6-AD76-E7FB-D059-12F1D4CE81A0}"/>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48A54105-D8F2-4878-B93F-37140FE777D2}"/>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3281EB46-89B4-FEE5-ECF5-349B0AB0D39A}"/>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D0B75BFB-65B8-523D-EC53-36A7845D80BE}"/>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BC7A1E58-0980-2AA3-CD13-2E4B663E93E5}"/>
              </a:ext>
            </a:extLst>
          </p:cNvPr>
          <p:cNvSpPr txBox="1"/>
          <p:nvPr/>
        </p:nvSpPr>
        <p:spPr>
          <a:xfrm>
            <a:off x="2974376" y="2105561"/>
            <a:ext cx="6243248" cy="2646878"/>
          </a:xfrm>
          <a:prstGeom prst="rect">
            <a:avLst/>
          </a:prstGeom>
          <a:noFill/>
        </p:spPr>
        <p:txBody>
          <a:bodyPr wrap="none" rtlCol="0">
            <a:spAutoFit/>
          </a:bodyPr>
          <a:lstStyle/>
          <a:p>
            <a:r>
              <a:rPr lang="en-US" sz="16600">
                <a:solidFill>
                  <a:srgbClr val="415F91"/>
                </a:solidFill>
              </a:rPr>
              <a:t>Flutter</a:t>
            </a:r>
          </a:p>
        </p:txBody>
      </p:sp>
      <p:sp>
        <p:nvSpPr>
          <p:cNvPr id="10" name="TextBox 9">
            <a:extLst>
              <a:ext uri="{FF2B5EF4-FFF2-40B4-BE49-F238E27FC236}">
                <a16:creationId xmlns:a16="http://schemas.microsoft.com/office/drawing/2014/main" id="{7198ECF3-AACA-2793-BFF4-F197C461D923}"/>
              </a:ext>
            </a:extLst>
          </p:cNvPr>
          <p:cNvSpPr txBox="1"/>
          <p:nvPr/>
        </p:nvSpPr>
        <p:spPr>
          <a:xfrm>
            <a:off x="0" y="6556878"/>
            <a:ext cx="12191999" cy="369332"/>
          </a:xfrm>
          <a:prstGeom prst="rect">
            <a:avLst/>
          </a:prstGeom>
          <a:noFill/>
        </p:spPr>
        <p:txBody>
          <a:bodyPr wrap="square" rtlCol="0">
            <a:spAutoFit/>
          </a:bodyPr>
          <a:lstStyle/>
          <a:p>
            <a:pPr algn="ctr"/>
            <a:r>
              <a:rPr lang="en-US">
                <a:solidFill>
                  <a:srgbClr val="191C20"/>
                </a:solidFill>
                <a:latin typeface="Aptos Light" panose="020B0004020202020204" pitchFamily="34" charset="0"/>
              </a:rPr>
              <a:t>Aaron Hamilton </a:t>
            </a:r>
            <a:r>
              <a:rPr lang="en-US" sz="1200">
                <a:solidFill>
                  <a:srgbClr val="191C20"/>
                </a:solidFill>
                <a:latin typeface="Aptos Light" panose="020B0004020202020204" pitchFamily="34" charset="0"/>
              </a:rPr>
              <a:t>(B00869530) </a:t>
            </a:r>
            <a:r>
              <a:rPr lang="en-US">
                <a:solidFill>
                  <a:srgbClr val="191C20"/>
                </a:solidFill>
                <a:latin typeface="Aptos Light" panose="020B0004020202020204" pitchFamily="34" charset="0"/>
              </a:rPr>
              <a:t>Asim Mian </a:t>
            </a:r>
            <a:r>
              <a:rPr lang="en-US" sz="1200">
                <a:solidFill>
                  <a:srgbClr val="191C20"/>
                </a:solidFill>
                <a:latin typeface="Aptos Light" panose="020B0004020202020204" pitchFamily="34" charset="0"/>
              </a:rPr>
              <a:t>(B01813743) </a:t>
            </a:r>
            <a:r>
              <a:rPr lang="en-US">
                <a:solidFill>
                  <a:srgbClr val="191C20"/>
                </a:solidFill>
                <a:latin typeface="Aptos Light" panose="020B0004020202020204" pitchFamily="34" charset="0"/>
              </a:rPr>
              <a:t>Iram Rafique </a:t>
            </a:r>
            <a:r>
              <a:rPr lang="en-US" sz="1200">
                <a:solidFill>
                  <a:srgbClr val="191C20"/>
                </a:solidFill>
                <a:latin typeface="Aptos Light" panose="020B0004020202020204" pitchFamily="34" charset="0"/>
              </a:rPr>
              <a:t>(</a:t>
            </a:r>
            <a:r>
              <a:rPr lang="en-GB" sz="1200">
                <a:solidFill>
                  <a:srgbClr val="191C20"/>
                </a:solidFill>
                <a:latin typeface="Aptos Light" panose="020B0004020202020204" pitchFamily="34" charset="0"/>
              </a:rPr>
              <a:t>B00858434</a:t>
            </a:r>
            <a:r>
              <a:rPr lang="en-US" sz="1200">
                <a:solidFill>
                  <a:srgbClr val="191C20"/>
                </a:solidFill>
                <a:latin typeface="Aptos Light" panose="020B0004020202020204" pitchFamily="34" charset="0"/>
              </a:rPr>
              <a:t>) </a:t>
            </a:r>
            <a:r>
              <a:rPr lang="en-US">
                <a:solidFill>
                  <a:srgbClr val="191C20"/>
                </a:solidFill>
                <a:latin typeface="Aptos Light" panose="020B0004020202020204" pitchFamily="34" charset="0"/>
              </a:rPr>
              <a:t>Paul Bennett </a:t>
            </a:r>
            <a:r>
              <a:rPr lang="en-US" sz="1200">
                <a:solidFill>
                  <a:srgbClr val="191C20"/>
                </a:solidFill>
                <a:latin typeface="Aptos Light" panose="020B0004020202020204" pitchFamily="34" charset="0"/>
              </a:rPr>
              <a:t>(</a:t>
            </a:r>
            <a:r>
              <a:rPr lang="en-GB" sz="1200">
                <a:solidFill>
                  <a:srgbClr val="191C20"/>
                </a:solidFill>
                <a:latin typeface="Aptos Light" panose="020B0004020202020204" pitchFamily="34" charset="0"/>
              </a:rPr>
              <a:t>B01817143)</a:t>
            </a:r>
            <a:r>
              <a:rPr lang="en-US" sz="1200">
                <a:solidFill>
                  <a:srgbClr val="191C20"/>
                </a:solidFill>
                <a:latin typeface="Aptos Light" panose="020B0004020202020204" pitchFamily="34" charset="0"/>
              </a:rPr>
              <a:t> </a:t>
            </a:r>
            <a:endParaRPr lang="en-GB">
              <a:solidFill>
                <a:srgbClr val="191C20"/>
              </a:solidFill>
              <a:latin typeface="Aptos Light" panose="020B0004020202020204" pitchFamily="34" charset="0"/>
            </a:endParaRPr>
          </a:p>
        </p:txBody>
      </p:sp>
    </p:spTree>
    <p:extLst>
      <p:ext uri="{BB962C8B-B14F-4D97-AF65-F5344CB8AC3E}">
        <p14:creationId xmlns:p14="http://schemas.microsoft.com/office/powerpoint/2010/main" val="36674556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29FC4E5F-3514-71C9-9C29-D23201152CD6}"/>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2193BDA-C2F3-1C2F-629D-4568A6309BF6}"/>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B492B964-7358-DBDC-8ECE-623A4D73436B}"/>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6FBFA5C0-9B1F-FD07-E4C5-46C66214AF82}"/>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09075074-A08C-E856-A517-0BB21F802453}"/>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016A650E-D01A-0826-1EC8-7A3E5858D258}"/>
              </a:ext>
            </a:extLst>
          </p:cNvPr>
          <p:cNvSpPr txBox="1"/>
          <p:nvPr/>
        </p:nvSpPr>
        <p:spPr>
          <a:xfrm>
            <a:off x="3584318" y="101067"/>
            <a:ext cx="5023363" cy="707886"/>
          </a:xfrm>
          <a:prstGeom prst="rect">
            <a:avLst/>
          </a:prstGeom>
          <a:noFill/>
        </p:spPr>
        <p:txBody>
          <a:bodyPr wrap="none" rtlCol="0">
            <a:spAutoFit/>
          </a:bodyPr>
          <a:lstStyle/>
          <a:p>
            <a:pPr algn="ctr"/>
            <a:r>
              <a:rPr lang="en-US" sz="4000">
                <a:solidFill>
                  <a:srgbClr val="415F91"/>
                </a:solidFill>
              </a:rPr>
              <a:t>Introduction to Flutter</a:t>
            </a:r>
          </a:p>
        </p:txBody>
      </p:sp>
      <p:sp>
        <p:nvSpPr>
          <p:cNvPr id="8" name="TextBox 7">
            <a:extLst>
              <a:ext uri="{FF2B5EF4-FFF2-40B4-BE49-F238E27FC236}">
                <a16:creationId xmlns:a16="http://schemas.microsoft.com/office/drawing/2014/main" id="{A15AE641-5C6E-5366-2CFB-62828EA19D86}"/>
              </a:ext>
            </a:extLst>
          </p:cNvPr>
          <p:cNvSpPr txBox="1"/>
          <p:nvPr/>
        </p:nvSpPr>
        <p:spPr>
          <a:xfrm>
            <a:off x="886588" y="986964"/>
            <a:ext cx="10418820" cy="2862322"/>
          </a:xfrm>
          <a:prstGeom prst="rect">
            <a:avLst/>
          </a:prstGeom>
          <a:noFill/>
        </p:spPr>
        <p:txBody>
          <a:bodyPr wrap="square" rtlCol="0">
            <a:spAutoFit/>
          </a:bodyPr>
          <a:lstStyle/>
          <a:p>
            <a:pPr algn="ctr"/>
            <a:r>
              <a:rPr lang="en-US">
                <a:solidFill>
                  <a:srgbClr val="191C20"/>
                </a:solidFill>
              </a:rPr>
              <a:t>Flutter is a cross-platform UI Framework that was created by Google, this allows developers to create one codebase and deploy on multiple platforms.</a:t>
            </a:r>
          </a:p>
          <a:p>
            <a:pPr algn="ctr"/>
            <a:endParaRPr lang="en-US">
              <a:solidFill>
                <a:srgbClr val="191C20"/>
              </a:solidFill>
            </a:endParaRPr>
          </a:p>
          <a:p>
            <a:pPr algn="ctr"/>
            <a:r>
              <a:rPr lang="en-US">
                <a:solidFill>
                  <a:srgbClr val="191C20"/>
                </a:solidFill>
              </a:rPr>
              <a:t>Flutter is a Declarative UI builder that uses Dart programming language.</a:t>
            </a:r>
          </a:p>
          <a:p>
            <a:pPr algn="ctr"/>
            <a:endParaRPr lang="en-US">
              <a:solidFill>
                <a:srgbClr val="191C20"/>
              </a:solidFill>
            </a:endParaRPr>
          </a:p>
          <a:p>
            <a:pPr algn="ctr"/>
            <a:r>
              <a:rPr lang="en-US">
                <a:solidFill>
                  <a:srgbClr val="191C20"/>
                </a:solidFill>
              </a:rPr>
              <a:t>Flutter has a rich set of pre-built widgets for creating modern, responsive user interfaces.</a:t>
            </a:r>
          </a:p>
          <a:p>
            <a:pPr algn="ctr"/>
            <a:endParaRPr lang="en-US">
              <a:solidFill>
                <a:srgbClr val="191C20"/>
              </a:solidFill>
            </a:endParaRPr>
          </a:p>
          <a:p>
            <a:pPr algn="ctr"/>
            <a:r>
              <a:rPr lang="en-US">
                <a:solidFill>
                  <a:srgbClr val="191C20"/>
                </a:solidFill>
              </a:rPr>
              <a:t>First stable build was released in 2018.</a:t>
            </a:r>
            <a:br>
              <a:rPr lang="en-US">
                <a:solidFill>
                  <a:srgbClr val="191C20"/>
                </a:solidFill>
              </a:rPr>
            </a:br>
            <a:br>
              <a:rPr lang="en-US">
                <a:solidFill>
                  <a:srgbClr val="191C20"/>
                </a:solidFill>
              </a:rPr>
            </a:br>
            <a:r>
              <a:rPr lang="en-US">
                <a:solidFill>
                  <a:srgbClr val="191C20"/>
                </a:solidFill>
              </a:rPr>
              <a:t>The platforms that Flutter support.</a:t>
            </a:r>
          </a:p>
        </p:txBody>
      </p:sp>
      <p:grpSp>
        <p:nvGrpSpPr>
          <p:cNvPr id="35" name="Group 34">
            <a:extLst>
              <a:ext uri="{FF2B5EF4-FFF2-40B4-BE49-F238E27FC236}">
                <a16:creationId xmlns:a16="http://schemas.microsoft.com/office/drawing/2014/main" id="{6E57219D-BEE4-A763-5BC3-C9D8B38314D2}"/>
              </a:ext>
            </a:extLst>
          </p:cNvPr>
          <p:cNvGrpSpPr/>
          <p:nvPr/>
        </p:nvGrpSpPr>
        <p:grpSpPr>
          <a:xfrm>
            <a:off x="1027543" y="4736154"/>
            <a:ext cx="10363117" cy="1473901"/>
            <a:chOff x="1027543" y="4736154"/>
            <a:chExt cx="10363117" cy="1473901"/>
          </a:xfrm>
        </p:grpSpPr>
        <p:grpSp>
          <p:nvGrpSpPr>
            <p:cNvPr id="29" name="Group 28">
              <a:extLst>
                <a:ext uri="{FF2B5EF4-FFF2-40B4-BE49-F238E27FC236}">
                  <a16:creationId xmlns:a16="http://schemas.microsoft.com/office/drawing/2014/main" id="{A9E36052-A37C-A25B-3024-99A9521576B9}"/>
                </a:ext>
              </a:extLst>
            </p:cNvPr>
            <p:cNvGrpSpPr/>
            <p:nvPr/>
          </p:nvGrpSpPr>
          <p:grpSpPr>
            <a:xfrm>
              <a:off x="1027543" y="4736154"/>
              <a:ext cx="10363117" cy="1473901"/>
              <a:chOff x="1027543" y="4646424"/>
              <a:chExt cx="10363117" cy="1473901"/>
            </a:xfrm>
          </p:grpSpPr>
          <p:grpSp>
            <p:nvGrpSpPr>
              <p:cNvPr id="13" name="Group 12">
                <a:extLst>
                  <a:ext uri="{FF2B5EF4-FFF2-40B4-BE49-F238E27FC236}">
                    <a16:creationId xmlns:a16="http://schemas.microsoft.com/office/drawing/2014/main" id="{8D8F92ED-2D9F-D2B5-F703-F99F99311B43}"/>
                  </a:ext>
                </a:extLst>
              </p:cNvPr>
              <p:cNvGrpSpPr/>
              <p:nvPr/>
            </p:nvGrpSpPr>
            <p:grpSpPr>
              <a:xfrm>
                <a:off x="1027543" y="4650341"/>
                <a:ext cx="1469984" cy="1469984"/>
                <a:chOff x="5361006" y="5286949"/>
                <a:chExt cx="1469984" cy="1469984"/>
              </a:xfrm>
            </p:grpSpPr>
            <p:sp>
              <p:nvSpPr>
                <p:cNvPr id="11" name="Rectangle 10">
                  <a:extLst>
                    <a:ext uri="{FF2B5EF4-FFF2-40B4-BE49-F238E27FC236}">
                      <a16:creationId xmlns:a16="http://schemas.microsoft.com/office/drawing/2014/main" id="{B4A4E7E0-38B4-043A-3AA1-998491B5F78F}"/>
                    </a:ext>
                  </a:extLst>
                </p:cNvPr>
                <p:cNvSpPr/>
                <p:nvPr/>
              </p:nvSpPr>
              <p:spPr>
                <a:xfrm>
                  <a:off x="5361006" y="5286949"/>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Android</a:t>
                  </a:r>
                </a:p>
              </p:txBody>
            </p:sp>
            <p:pic>
              <p:nvPicPr>
                <p:cNvPr id="12" name="Picture 11" descr="Brand guidelines | Branding &amp; Marketing | Android Developers">
                  <a:extLst>
                    <a:ext uri="{FF2B5EF4-FFF2-40B4-BE49-F238E27FC236}">
                      <a16:creationId xmlns:a16="http://schemas.microsoft.com/office/drawing/2014/main" id="{F5279A12-D25C-12AA-0E01-191B45CA672A}"/>
                    </a:ext>
                  </a:extLst>
                </p:cNvPr>
                <p:cNvPicPr>
                  <a:picLocks noChangeAspect="1"/>
                </p:cNvPicPr>
                <p:nvPr/>
              </p:nvPicPr>
              <p:blipFill>
                <a:blip r:embed="rId4"/>
                <a:stretch>
                  <a:fillRect/>
                </a:stretch>
              </p:blipFill>
              <p:spPr>
                <a:xfrm>
                  <a:off x="5669194" y="5613263"/>
                  <a:ext cx="853607" cy="515545"/>
                </a:xfrm>
                <a:prstGeom prst="rect">
                  <a:avLst/>
                </a:prstGeom>
              </p:spPr>
            </p:pic>
          </p:grpSp>
          <p:sp>
            <p:nvSpPr>
              <p:cNvPr id="15" name="Rectangle 14">
                <a:extLst>
                  <a:ext uri="{FF2B5EF4-FFF2-40B4-BE49-F238E27FC236}">
                    <a16:creationId xmlns:a16="http://schemas.microsoft.com/office/drawing/2014/main" id="{D6678175-949D-AFC7-BF74-18B0C0E947C3}"/>
                  </a:ext>
                </a:extLst>
              </p:cNvPr>
              <p:cNvSpPr/>
              <p:nvPr/>
            </p:nvSpPr>
            <p:spPr>
              <a:xfrm>
                <a:off x="2800450" y="4650341"/>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Web</a:t>
                </a:r>
              </a:p>
            </p:txBody>
          </p:sp>
          <p:sp>
            <p:nvSpPr>
              <p:cNvPr id="18" name="Rectangle 17">
                <a:extLst>
                  <a:ext uri="{FF2B5EF4-FFF2-40B4-BE49-F238E27FC236}">
                    <a16:creationId xmlns:a16="http://schemas.microsoft.com/office/drawing/2014/main" id="{366311CD-2174-2C9D-EC8F-59F59BC060E8}"/>
                  </a:ext>
                </a:extLst>
              </p:cNvPr>
              <p:cNvSpPr/>
              <p:nvPr/>
            </p:nvSpPr>
            <p:spPr>
              <a:xfrm>
                <a:off x="6364332" y="4646424"/>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macOS</a:t>
                </a:r>
              </a:p>
            </p:txBody>
          </p:sp>
          <p:sp>
            <p:nvSpPr>
              <p:cNvPr id="21" name="Rectangle 20">
                <a:extLst>
                  <a:ext uri="{FF2B5EF4-FFF2-40B4-BE49-F238E27FC236}">
                    <a16:creationId xmlns:a16="http://schemas.microsoft.com/office/drawing/2014/main" id="{0D4E81D9-0330-BA3E-B7EE-BC076D3A6F65}"/>
                  </a:ext>
                </a:extLst>
              </p:cNvPr>
              <p:cNvSpPr/>
              <p:nvPr/>
            </p:nvSpPr>
            <p:spPr>
              <a:xfrm>
                <a:off x="8142504" y="4646424"/>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Windows</a:t>
                </a:r>
              </a:p>
            </p:txBody>
          </p:sp>
          <p:sp>
            <p:nvSpPr>
              <p:cNvPr id="24" name="Rectangle 23">
                <a:extLst>
                  <a:ext uri="{FF2B5EF4-FFF2-40B4-BE49-F238E27FC236}">
                    <a16:creationId xmlns:a16="http://schemas.microsoft.com/office/drawing/2014/main" id="{8CC03747-4160-BEBD-69F7-FD73B076EF27}"/>
                  </a:ext>
                </a:extLst>
              </p:cNvPr>
              <p:cNvSpPr/>
              <p:nvPr/>
            </p:nvSpPr>
            <p:spPr>
              <a:xfrm>
                <a:off x="9920676" y="4646424"/>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Linux</a:t>
                </a:r>
              </a:p>
            </p:txBody>
          </p:sp>
          <p:sp>
            <p:nvSpPr>
              <p:cNvPr id="27" name="Rectangle 26">
                <a:extLst>
                  <a:ext uri="{FF2B5EF4-FFF2-40B4-BE49-F238E27FC236}">
                    <a16:creationId xmlns:a16="http://schemas.microsoft.com/office/drawing/2014/main" id="{75261AA6-BDBC-61C6-C5D3-5F01F9E29AC1}"/>
                  </a:ext>
                </a:extLst>
              </p:cNvPr>
              <p:cNvSpPr/>
              <p:nvPr/>
            </p:nvSpPr>
            <p:spPr>
              <a:xfrm>
                <a:off x="4582391" y="4650341"/>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iOS</a:t>
                </a:r>
              </a:p>
            </p:txBody>
          </p:sp>
        </p:grpSp>
        <p:pic>
          <p:nvPicPr>
            <p:cNvPr id="30" name="Picture 29" descr="File:Google Chrome icon (February 2022).svg - Wikimedia Commons">
              <a:extLst>
                <a:ext uri="{FF2B5EF4-FFF2-40B4-BE49-F238E27FC236}">
                  <a16:creationId xmlns:a16="http://schemas.microsoft.com/office/drawing/2014/main" id="{D9575442-FF93-72C8-B22F-A52DB3969574}"/>
                </a:ext>
              </a:extLst>
            </p:cNvPr>
            <p:cNvPicPr>
              <a:picLocks noChangeAspect="1"/>
            </p:cNvPicPr>
            <p:nvPr/>
          </p:nvPicPr>
          <p:blipFill>
            <a:blip r:embed="rId5"/>
            <a:stretch>
              <a:fillRect/>
            </a:stretch>
          </p:blipFill>
          <p:spPr>
            <a:xfrm>
              <a:off x="3188667" y="4969525"/>
              <a:ext cx="701429" cy="701429"/>
            </a:xfrm>
            <a:prstGeom prst="rect">
              <a:avLst/>
            </a:prstGeom>
          </p:spPr>
        </p:pic>
        <p:pic>
          <p:nvPicPr>
            <p:cNvPr id="31" name="Picture 30" descr="iOS 26 | Apple Wiki | Fandom">
              <a:extLst>
                <a:ext uri="{FF2B5EF4-FFF2-40B4-BE49-F238E27FC236}">
                  <a16:creationId xmlns:a16="http://schemas.microsoft.com/office/drawing/2014/main" id="{211694CF-C726-7FB9-09B1-B6F4740D5A5C}"/>
                </a:ext>
              </a:extLst>
            </p:cNvPr>
            <p:cNvPicPr>
              <a:picLocks noChangeAspect="1"/>
            </p:cNvPicPr>
            <p:nvPr/>
          </p:nvPicPr>
          <p:blipFill>
            <a:blip r:embed="rId6"/>
            <a:stretch>
              <a:fillRect/>
            </a:stretch>
          </p:blipFill>
          <p:spPr>
            <a:xfrm>
              <a:off x="4909389" y="4969525"/>
              <a:ext cx="812219" cy="812219"/>
            </a:xfrm>
            <a:prstGeom prst="rect">
              <a:avLst/>
            </a:prstGeom>
          </p:spPr>
        </p:pic>
        <p:pic>
          <p:nvPicPr>
            <p:cNvPr id="32" name="Picture 31" descr="File:MacOS logo.svg - Wikimedia Commons">
              <a:extLst>
                <a:ext uri="{FF2B5EF4-FFF2-40B4-BE49-F238E27FC236}">
                  <a16:creationId xmlns:a16="http://schemas.microsoft.com/office/drawing/2014/main" id="{5B85A7AD-B5FC-62EC-F247-A3F4AA539841}"/>
                </a:ext>
              </a:extLst>
            </p:cNvPr>
            <p:cNvPicPr>
              <a:picLocks noChangeAspect="1"/>
            </p:cNvPicPr>
            <p:nvPr/>
          </p:nvPicPr>
          <p:blipFill>
            <a:blip r:embed="rId7"/>
            <a:stretch>
              <a:fillRect/>
            </a:stretch>
          </p:blipFill>
          <p:spPr>
            <a:xfrm>
              <a:off x="6740617" y="5018811"/>
              <a:ext cx="713645" cy="713645"/>
            </a:xfrm>
            <a:prstGeom prst="rect">
              <a:avLst/>
            </a:prstGeom>
          </p:spPr>
        </p:pic>
        <p:pic>
          <p:nvPicPr>
            <p:cNvPr id="33" name="Picture 32" descr="File:Logo Windows 11.webp - Wikimedia Commons">
              <a:extLst>
                <a:ext uri="{FF2B5EF4-FFF2-40B4-BE49-F238E27FC236}">
                  <a16:creationId xmlns:a16="http://schemas.microsoft.com/office/drawing/2014/main" id="{095C0A62-622E-A0E8-0C81-780C997BFC35}"/>
                </a:ext>
              </a:extLst>
            </p:cNvPr>
            <p:cNvPicPr>
              <a:picLocks noChangeAspect="1"/>
            </p:cNvPicPr>
            <p:nvPr/>
          </p:nvPicPr>
          <p:blipFill>
            <a:blip r:embed="rId8"/>
            <a:stretch>
              <a:fillRect/>
            </a:stretch>
          </p:blipFill>
          <p:spPr>
            <a:xfrm>
              <a:off x="8533742" y="5018811"/>
              <a:ext cx="687507" cy="687507"/>
            </a:xfrm>
            <a:prstGeom prst="rect">
              <a:avLst/>
            </a:prstGeom>
          </p:spPr>
        </p:pic>
        <p:pic>
          <p:nvPicPr>
            <p:cNvPr id="34" name="Picture 33" descr="File:Tux.svg - Wikimedia Commons">
              <a:extLst>
                <a:ext uri="{FF2B5EF4-FFF2-40B4-BE49-F238E27FC236}">
                  <a16:creationId xmlns:a16="http://schemas.microsoft.com/office/drawing/2014/main" id="{BB7E0F62-2D7D-33E1-0C00-75F52D4AAF39}"/>
                </a:ext>
              </a:extLst>
            </p:cNvPr>
            <p:cNvPicPr>
              <a:picLocks noChangeAspect="1"/>
            </p:cNvPicPr>
            <p:nvPr/>
          </p:nvPicPr>
          <p:blipFill>
            <a:blip r:embed="rId9"/>
            <a:stretch>
              <a:fillRect/>
            </a:stretch>
          </p:blipFill>
          <p:spPr>
            <a:xfrm>
              <a:off x="10366075" y="5045880"/>
              <a:ext cx="579185" cy="686576"/>
            </a:xfrm>
            <a:prstGeom prst="rect">
              <a:avLst/>
            </a:prstGeom>
          </p:spPr>
        </p:pic>
      </p:grpSp>
      <p:pic>
        <p:nvPicPr>
          <p:cNvPr id="2" name="Picture 1" descr="File:Dart-logo-icon.svg - Wikimedia Commons">
            <a:extLst>
              <a:ext uri="{FF2B5EF4-FFF2-40B4-BE49-F238E27FC236}">
                <a16:creationId xmlns:a16="http://schemas.microsoft.com/office/drawing/2014/main" id="{918BEFA8-8520-A954-5BCB-36606D32439E}"/>
              </a:ext>
            </a:extLst>
          </p:cNvPr>
          <p:cNvPicPr>
            <a:picLocks noChangeAspect="1"/>
          </p:cNvPicPr>
          <p:nvPr/>
        </p:nvPicPr>
        <p:blipFill>
          <a:blip r:embed="rId10"/>
          <a:stretch>
            <a:fillRect/>
          </a:stretch>
        </p:blipFill>
        <p:spPr>
          <a:xfrm>
            <a:off x="-5118480" y="715756"/>
            <a:ext cx="5151009" cy="5151009"/>
          </a:xfrm>
          <a:prstGeom prst="rect">
            <a:avLst/>
          </a:prstGeom>
        </p:spPr>
      </p:pic>
      <p:sp>
        <p:nvSpPr>
          <p:cNvPr id="7" name="Rectangle 6">
            <a:extLst>
              <a:ext uri="{FF2B5EF4-FFF2-40B4-BE49-F238E27FC236}">
                <a16:creationId xmlns:a16="http://schemas.microsoft.com/office/drawing/2014/main" id="{536F09E7-9CBB-6CB0-39AF-4E7D5CDB02A3}"/>
              </a:ext>
            </a:extLst>
          </p:cNvPr>
          <p:cNvSpPr/>
          <p:nvPr/>
        </p:nvSpPr>
        <p:spPr>
          <a:xfrm>
            <a:off x="-2986270"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37722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E088286A-D3DC-9423-72B1-787A57EC738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B26AD59-32A6-3497-8815-897A2B3ED757}"/>
              </a:ext>
            </a:extLst>
          </p:cNvPr>
          <p:cNvGrpSpPr/>
          <p:nvPr/>
        </p:nvGrpSpPr>
        <p:grpSpPr>
          <a:xfrm>
            <a:off x="12195943" y="0"/>
            <a:ext cx="5151009" cy="6858000"/>
            <a:chOff x="9221249" y="0"/>
            <a:chExt cx="5151009" cy="6858000"/>
          </a:xfrm>
        </p:grpSpPr>
        <p:pic>
          <p:nvPicPr>
            <p:cNvPr id="11" name="Picture 10" descr="File:Dart-logo-icon.svg - Wikimedia Commons">
              <a:extLst>
                <a:ext uri="{FF2B5EF4-FFF2-40B4-BE49-F238E27FC236}">
                  <a16:creationId xmlns:a16="http://schemas.microsoft.com/office/drawing/2014/main" id="{9BE0F5F2-4376-B765-1F83-46DC48E49A78}"/>
                </a:ext>
              </a:extLst>
            </p:cNvPr>
            <p:cNvPicPr>
              <a:picLocks noChangeAspect="1"/>
            </p:cNvPicPr>
            <p:nvPr/>
          </p:nvPicPr>
          <p:blipFill>
            <a:blip r:embed="rId3"/>
            <a:stretch>
              <a:fillRect/>
            </a:stretch>
          </p:blipFill>
          <p:spPr>
            <a:xfrm>
              <a:off x="9221249" y="738659"/>
              <a:ext cx="5151009" cy="5151009"/>
            </a:xfrm>
            <a:prstGeom prst="rect">
              <a:avLst/>
            </a:prstGeom>
          </p:spPr>
        </p:pic>
        <p:sp>
          <p:nvSpPr>
            <p:cNvPr id="12" name="Rectangle 11">
              <a:extLst>
                <a:ext uri="{FF2B5EF4-FFF2-40B4-BE49-F238E27FC236}">
                  <a16:creationId xmlns:a16="http://schemas.microsoft.com/office/drawing/2014/main" id="{2FFFDAC6-2D2B-F910-5460-D13B41717018}"/>
                </a:ext>
              </a:extLst>
            </p:cNvPr>
            <p:cNvSpPr/>
            <p:nvPr/>
          </p:nvSpPr>
          <p:spPr>
            <a:xfrm rot="10800000">
              <a:off x="9221249"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855727DD-ADD7-D099-0E63-C75C4C6A1809}"/>
              </a:ext>
            </a:extLst>
          </p:cNvPr>
          <p:cNvGrpSpPr/>
          <p:nvPr/>
        </p:nvGrpSpPr>
        <p:grpSpPr>
          <a:xfrm>
            <a:off x="-7066572" y="0"/>
            <a:ext cx="6835888" cy="6858000"/>
            <a:chOff x="-2390401" y="0"/>
            <a:chExt cx="6835889" cy="6858000"/>
          </a:xfrm>
        </p:grpSpPr>
        <p:pic>
          <p:nvPicPr>
            <p:cNvPr id="6" name="Picture 5" descr="Flutter Logo | SVG | Real Company | Alphabet, Letter F Logo">
              <a:extLst>
                <a:ext uri="{FF2B5EF4-FFF2-40B4-BE49-F238E27FC236}">
                  <a16:creationId xmlns:a16="http://schemas.microsoft.com/office/drawing/2014/main" id="{F010047D-75A7-EF06-8B05-E446035C97B5}"/>
                </a:ext>
              </a:extLst>
            </p:cNvPr>
            <p:cNvPicPr>
              <a:picLocks noChangeAspect="1"/>
            </p:cNvPicPr>
            <p:nvPr/>
          </p:nvPicPr>
          <p:blipFill>
            <a:blip r:embed="rId4"/>
            <a:srcRect l="17220" t="21619" r="18346" b="21579"/>
            <a:stretch>
              <a:fillRect/>
            </a:stretch>
          </p:blipFill>
          <p:spPr>
            <a:xfrm>
              <a:off x="-2390401" y="301122"/>
              <a:ext cx="6835889" cy="6026085"/>
            </a:xfrm>
            <a:prstGeom prst="rect">
              <a:avLst/>
            </a:prstGeom>
          </p:spPr>
        </p:pic>
        <p:sp>
          <p:nvSpPr>
            <p:cNvPr id="7" name="Rectangle 6">
              <a:extLst>
                <a:ext uri="{FF2B5EF4-FFF2-40B4-BE49-F238E27FC236}">
                  <a16:creationId xmlns:a16="http://schemas.microsoft.com/office/drawing/2014/main" id="{B510CDB2-08E3-0C63-14CD-70C2C9CD35BD}"/>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File:Dart-logo-icon.svg - Wikimedia Commons">
            <a:extLst>
              <a:ext uri="{FF2B5EF4-FFF2-40B4-BE49-F238E27FC236}">
                <a16:creationId xmlns:a16="http://schemas.microsoft.com/office/drawing/2014/main" id="{4277F781-E879-24A4-E25E-0F7A69C02D3C}"/>
              </a:ext>
            </a:extLst>
          </p:cNvPr>
          <p:cNvPicPr>
            <a:picLocks noChangeAspect="1"/>
          </p:cNvPicPr>
          <p:nvPr/>
        </p:nvPicPr>
        <p:blipFill>
          <a:blip r:embed="rId3"/>
          <a:stretch>
            <a:fillRect/>
          </a:stretch>
        </p:blipFill>
        <p:spPr>
          <a:xfrm>
            <a:off x="-2132210" y="715756"/>
            <a:ext cx="5151009" cy="5151009"/>
          </a:xfrm>
          <a:prstGeom prst="rect">
            <a:avLst/>
          </a:prstGeom>
        </p:spPr>
      </p:pic>
      <p:sp>
        <p:nvSpPr>
          <p:cNvPr id="5" name="Rectangle 4">
            <a:extLst>
              <a:ext uri="{FF2B5EF4-FFF2-40B4-BE49-F238E27FC236}">
                <a16:creationId xmlns:a16="http://schemas.microsoft.com/office/drawing/2014/main" id="{CE51EADF-8503-7114-EE49-6518E5222DDE}"/>
              </a:ext>
            </a:extLst>
          </p:cNvPr>
          <p:cNvSpPr/>
          <p:nvPr/>
        </p:nvSpPr>
        <p:spPr>
          <a:xfrm>
            <a:off x="0"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FA8E8A9-6C14-6CF9-61E1-2A89D5BF3DA4}"/>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FE0CFB5B-4ED6-8209-D801-7C8831658946}"/>
              </a:ext>
            </a:extLst>
          </p:cNvPr>
          <p:cNvSpPr txBox="1"/>
          <p:nvPr/>
        </p:nvSpPr>
        <p:spPr>
          <a:xfrm>
            <a:off x="3833393" y="101067"/>
            <a:ext cx="4525214" cy="707886"/>
          </a:xfrm>
          <a:prstGeom prst="rect">
            <a:avLst/>
          </a:prstGeom>
          <a:noFill/>
        </p:spPr>
        <p:txBody>
          <a:bodyPr wrap="none" rtlCol="0">
            <a:spAutoFit/>
          </a:bodyPr>
          <a:lstStyle/>
          <a:p>
            <a:pPr algn="ctr"/>
            <a:r>
              <a:rPr lang="en-US" sz="4000">
                <a:solidFill>
                  <a:srgbClr val="415F91"/>
                </a:solidFill>
              </a:rPr>
              <a:t>Introduction to Dart</a:t>
            </a:r>
          </a:p>
        </p:txBody>
      </p:sp>
      <p:sp>
        <p:nvSpPr>
          <p:cNvPr id="8" name="TextBox 7">
            <a:extLst>
              <a:ext uri="{FF2B5EF4-FFF2-40B4-BE49-F238E27FC236}">
                <a16:creationId xmlns:a16="http://schemas.microsoft.com/office/drawing/2014/main" id="{82B67AA8-4FE4-D3C1-B2E5-F51F5D684CC3}"/>
              </a:ext>
            </a:extLst>
          </p:cNvPr>
          <p:cNvSpPr txBox="1"/>
          <p:nvPr/>
        </p:nvSpPr>
        <p:spPr>
          <a:xfrm>
            <a:off x="886589" y="2453404"/>
            <a:ext cx="10418820" cy="2031325"/>
          </a:xfrm>
          <a:prstGeom prst="rect">
            <a:avLst/>
          </a:prstGeom>
          <a:noFill/>
        </p:spPr>
        <p:txBody>
          <a:bodyPr wrap="square" rtlCol="0">
            <a:spAutoFit/>
          </a:bodyPr>
          <a:lstStyle/>
          <a:p>
            <a:pPr algn="ctr"/>
            <a:r>
              <a:rPr lang="en-US">
                <a:solidFill>
                  <a:srgbClr val="191C20"/>
                </a:solidFill>
              </a:rPr>
              <a:t>Dart is an Open-Source Programming Language that was also developed by Google.</a:t>
            </a:r>
          </a:p>
          <a:p>
            <a:pPr algn="ctr"/>
            <a:endParaRPr lang="en-US">
              <a:solidFill>
                <a:srgbClr val="191C20"/>
              </a:solidFill>
            </a:endParaRPr>
          </a:p>
          <a:p>
            <a:pPr algn="ctr"/>
            <a:r>
              <a:rPr lang="en-US">
                <a:solidFill>
                  <a:srgbClr val="191C20"/>
                </a:solidFill>
              </a:rPr>
              <a:t>It’s used in many application like; Mobile, Web, server and Internet of Things (IoT)</a:t>
            </a:r>
            <a:br>
              <a:rPr lang="en-US">
                <a:solidFill>
                  <a:srgbClr val="191C20"/>
                </a:solidFill>
              </a:rPr>
            </a:br>
            <a:br>
              <a:rPr lang="en-US">
                <a:solidFill>
                  <a:srgbClr val="191C20"/>
                </a:solidFill>
              </a:rPr>
            </a:br>
            <a:r>
              <a:rPr lang="en-US">
                <a:solidFill>
                  <a:srgbClr val="191C20"/>
                </a:solidFill>
              </a:rPr>
              <a:t>It was designed to replace JavaScript for Web but was redesigned.</a:t>
            </a:r>
          </a:p>
          <a:p>
            <a:pPr algn="ctr"/>
            <a:endParaRPr lang="en-US">
              <a:solidFill>
                <a:srgbClr val="191C20"/>
              </a:solidFill>
            </a:endParaRPr>
          </a:p>
          <a:p>
            <a:pPr algn="ctr"/>
            <a:r>
              <a:rPr lang="en-US">
                <a:solidFill>
                  <a:srgbClr val="191C20"/>
                </a:solidFill>
              </a:rPr>
              <a:t>Flutter was built around Dart and it is fast and easy to learn.</a:t>
            </a:r>
          </a:p>
        </p:txBody>
      </p:sp>
    </p:spTree>
    <p:extLst>
      <p:ext uri="{BB962C8B-B14F-4D97-AF65-F5344CB8AC3E}">
        <p14:creationId xmlns:p14="http://schemas.microsoft.com/office/powerpoint/2010/main" val="7603313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2F31263F-A4F7-0B86-88E5-E861EA40EE76}"/>
            </a:ext>
          </a:extLst>
        </p:cNvPr>
        <p:cNvGrpSpPr/>
        <p:nvPr/>
      </p:nvGrpSpPr>
      <p:grpSpPr>
        <a:xfrm>
          <a:off x="0" y="0"/>
          <a:ext cx="0" cy="0"/>
          <a:chOff x="0" y="0"/>
          <a:chExt cx="0" cy="0"/>
        </a:xfrm>
      </p:grpSpPr>
      <p:pic>
        <p:nvPicPr>
          <p:cNvPr id="8" name="Picture 7" descr="File:Dart-logo-icon.svg - Wikimedia Commons">
            <a:extLst>
              <a:ext uri="{FF2B5EF4-FFF2-40B4-BE49-F238E27FC236}">
                <a16:creationId xmlns:a16="http://schemas.microsoft.com/office/drawing/2014/main" id="{0F6073B6-68A2-8FF4-6298-3F8AB3294361}"/>
              </a:ext>
            </a:extLst>
          </p:cNvPr>
          <p:cNvPicPr>
            <a:picLocks noChangeAspect="1"/>
          </p:cNvPicPr>
          <p:nvPr/>
        </p:nvPicPr>
        <p:blipFill>
          <a:blip r:embed="rId3"/>
          <a:stretch>
            <a:fillRect/>
          </a:stretch>
        </p:blipFill>
        <p:spPr>
          <a:xfrm>
            <a:off x="-5025882" y="715756"/>
            <a:ext cx="5151009" cy="5151009"/>
          </a:xfrm>
          <a:prstGeom prst="rect">
            <a:avLst/>
          </a:prstGeom>
        </p:spPr>
      </p:pic>
      <p:sp>
        <p:nvSpPr>
          <p:cNvPr id="11" name="Rectangle 10">
            <a:extLst>
              <a:ext uri="{FF2B5EF4-FFF2-40B4-BE49-F238E27FC236}">
                <a16:creationId xmlns:a16="http://schemas.microsoft.com/office/drawing/2014/main" id="{FD95687A-B3D1-0DF2-6E02-B17D254A0069}"/>
              </a:ext>
            </a:extLst>
          </p:cNvPr>
          <p:cNvSpPr/>
          <p:nvPr/>
        </p:nvSpPr>
        <p:spPr>
          <a:xfrm>
            <a:off x="-2893672"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8905AD3-00A7-F8B1-9DDE-C5EB2EEEA352}"/>
              </a:ext>
            </a:extLst>
          </p:cNvPr>
          <p:cNvGrpSpPr/>
          <p:nvPr/>
        </p:nvGrpSpPr>
        <p:grpSpPr>
          <a:xfrm>
            <a:off x="9221249" y="0"/>
            <a:ext cx="5151009" cy="6858000"/>
            <a:chOff x="9221249" y="0"/>
            <a:chExt cx="5151009" cy="6858000"/>
          </a:xfrm>
        </p:grpSpPr>
        <p:pic>
          <p:nvPicPr>
            <p:cNvPr id="2" name="Picture 1" descr="File:Dart-logo-icon.svg - Wikimedia Commons">
              <a:extLst>
                <a:ext uri="{FF2B5EF4-FFF2-40B4-BE49-F238E27FC236}">
                  <a16:creationId xmlns:a16="http://schemas.microsoft.com/office/drawing/2014/main" id="{96A2571F-0942-7E67-587F-16025B69A2F2}"/>
                </a:ext>
              </a:extLst>
            </p:cNvPr>
            <p:cNvPicPr>
              <a:picLocks noChangeAspect="1"/>
            </p:cNvPicPr>
            <p:nvPr/>
          </p:nvPicPr>
          <p:blipFill>
            <a:blip r:embed="rId3"/>
            <a:stretch>
              <a:fillRect/>
            </a:stretch>
          </p:blipFill>
          <p:spPr>
            <a:xfrm>
              <a:off x="9221249" y="738659"/>
              <a:ext cx="5151009" cy="5151009"/>
            </a:xfrm>
            <a:prstGeom prst="rect">
              <a:avLst/>
            </a:prstGeom>
          </p:spPr>
        </p:pic>
        <p:sp>
          <p:nvSpPr>
            <p:cNvPr id="7" name="Rectangle 6">
              <a:extLst>
                <a:ext uri="{FF2B5EF4-FFF2-40B4-BE49-F238E27FC236}">
                  <a16:creationId xmlns:a16="http://schemas.microsoft.com/office/drawing/2014/main" id="{C9D68682-2BFF-374C-EDAD-EC8E67C6017A}"/>
                </a:ext>
              </a:extLst>
            </p:cNvPr>
            <p:cNvSpPr/>
            <p:nvPr/>
          </p:nvSpPr>
          <p:spPr>
            <a:xfrm rot="10800000">
              <a:off x="9221249"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910438BC-9C68-3B65-5E8F-46C1493A13A0}"/>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F1794A1F-65F3-C101-5E4B-F4E7740D066F}"/>
                </a:ext>
              </a:extLst>
            </p:cNvPr>
            <p:cNvPicPr>
              <a:picLocks noChangeAspect="1"/>
            </p:cNvPicPr>
            <p:nvPr/>
          </p:nvPicPr>
          <p:blipFill>
            <a:blip r:embed="rId4"/>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96DD8379-33E0-6786-5D5A-DDC181F85A5C}"/>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E389F35B-1ADA-8866-7047-082448C2F032}"/>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4735EF5A-E921-D940-2619-E08830B1A6D5}"/>
              </a:ext>
            </a:extLst>
          </p:cNvPr>
          <p:cNvSpPr txBox="1"/>
          <p:nvPr/>
        </p:nvSpPr>
        <p:spPr>
          <a:xfrm>
            <a:off x="2074556" y="101067"/>
            <a:ext cx="8042907" cy="707886"/>
          </a:xfrm>
          <a:prstGeom prst="rect">
            <a:avLst/>
          </a:prstGeom>
          <a:noFill/>
        </p:spPr>
        <p:txBody>
          <a:bodyPr wrap="none" rtlCol="0">
            <a:spAutoFit/>
          </a:bodyPr>
          <a:lstStyle/>
          <a:p>
            <a:pPr algn="ctr"/>
            <a:r>
              <a:rPr lang="en-US" sz="4000">
                <a:solidFill>
                  <a:srgbClr val="415F91"/>
                </a:solidFill>
              </a:rPr>
              <a:t>Relationship between Flutter &amp; Dart</a:t>
            </a:r>
          </a:p>
        </p:txBody>
      </p:sp>
      <p:sp>
        <p:nvSpPr>
          <p:cNvPr id="14" name="Rectangle 13">
            <a:extLst>
              <a:ext uri="{FF2B5EF4-FFF2-40B4-BE49-F238E27FC236}">
                <a16:creationId xmlns:a16="http://schemas.microsoft.com/office/drawing/2014/main" id="{FA8DA650-5CBE-2898-B64E-F5C4531E63AD}"/>
              </a:ext>
            </a:extLst>
          </p:cNvPr>
          <p:cNvSpPr/>
          <p:nvPr/>
        </p:nvSpPr>
        <p:spPr>
          <a:xfrm>
            <a:off x="1033490" y="1626343"/>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Flutter is the tool/Framework used to build UI for apps</a:t>
            </a:r>
          </a:p>
        </p:txBody>
      </p:sp>
      <p:sp>
        <p:nvSpPr>
          <p:cNvPr id="17" name="Rectangle 16">
            <a:extLst>
              <a:ext uri="{FF2B5EF4-FFF2-40B4-BE49-F238E27FC236}">
                <a16:creationId xmlns:a16="http://schemas.microsoft.com/office/drawing/2014/main" id="{7555D358-FDD3-02DE-BD37-C7E931746CFC}"/>
              </a:ext>
            </a:extLst>
          </p:cNvPr>
          <p:cNvSpPr/>
          <p:nvPr/>
        </p:nvSpPr>
        <p:spPr>
          <a:xfrm>
            <a:off x="1033490" y="3473945"/>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Flutter depends on Dart to Run</a:t>
            </a:r>
          </a:p>
        </p:txBody>
      </p:sp>
      <p:sp>
        <p:nvSpPr>
          <p:cNvPr id="20" name="Rectangle 19">
            <a:extLst>
              <a:ext uri="{FF2B5EF4-FFF2-40B4-BE49-F238E27FC236}">
                <a16:creationId xmlns:a16="http://schemas.microsoft.com/office/drawing/2014/main" id="{81D8B619-483F-379C-028F-637B4EBA1640}"/>
              </a:ext>
            </a:extLst>
          </p:cNvPr>
          <p:cNvSpPr/>
          <p:nvPr/>
        </p:nvSpPr>
        <p:spPr>
          <a:xfrm>
            <a:off x="3583248" y="2404533"/>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Flutter is a Declarative UI Builder</a:t>
            </a:r>
          </a:p>
        </p:txBody>
      </p:sp>
      <p:sp>
        <p:nvSpPr>
          <p:cNvPr id="22" name="Rectangle 21">
            <a:extLst>
              <a:ext uri="{FF2B5EF4-FFF2-40B4-BE49-F238E27FC236}">
                <a16:creationId xmlns:a16="http://schemas.microsoft.com/office/drawing/2014/main" id="{9521E436-6B6D-CD66-706A-42F949F7724E}"/>
              </a:ext>
            </a:extLst>
          </p:cNvPr>
          <p:cNvSpPr/>
          <p:nvPr/>
        </p:nvSpPr>
        <p:spPr>
          <a:xfrm>
            <a:off x="3583248" y="4252135"/>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Together help create a Multiplatform Application</a:t>
            </a:r>
          </a:p>
        </p:txBody>
      </p:sp>
      <p:sp>
        <p:nvSpPr>
          <p:cNvPr id="36" name="Rectangle 35">
            <a:extLst>
              <a:ext uri="{FF2B5EF4-FFF2-40B4-BE49-F238E27FC236}">
                <a16:creationId xmlns:a16="http://schemas.microsoft.com/office/drawing/2014/main" id="{6BC6050D-2906-ADC8-91F2-73374E058DE4}"/>
              </a:ext>
            </a:extLst>
          </p:cNvPr>
          <p:cNvSpPr/>
          <p:nvPr/>
        </p:nvSpPr>
        <p:spPr>
          <a:xfrm>
            <a:off x="6201503" y="2404533"/>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573E5C"/>
                </a:solidFill>
              </a:rPr>
              <a:t>Dart controls the logic and behavior of the app.</a:t>
            </a:r>
          </a:p>
        </p:txBody>
      </p:sp>
      <p:sp>
        <p:nvSpPr>
          <p:cNvPr id="37" name="Rectangle 36">
            <a:extLst>
              <a:ext uri="{FF2B5EF4-FFF2-40B4-BE49-F238E27FC236}">
                <a16:creationId xmlns:a16="http://schemas.microsoft.com/office/drawing/2014/main" id="{852B645A-681F-C875-BED2-8753DA7565D7}"/>
              </a:ext>
            </a:extLst>
          </p:cNvPr>
          <p:cNvSpPr/>
          <p:nvPr/>
        </p:nvSpPr>
        <p:spPr>
          <a:xfrm>
            <a:off x="6201503" y="4252135"/>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GB">
                <a:solidFill>
                  <a:srgbClr val="573E5C"/>
                </a:solidFill>
                <a:latin typeface="Aptos" panose="020B0004020202020204" pitchFamily="34" charset="0"/>
                <a:ea typeface="Calibri"/>
                <a:cs typeface="Calibri"/>
              </a:rPr>
              <a:t>Dart makes Flutter fast and smooth.</a:t>
            </a:r>
          </a:p>
        </p:txBody>
      </p:sp>
      <p:sp>
        <p:nvSpPr>
          <p:cNvPr id="38" name="Rectangle 37">
            <a:extLst>
              <a:ext uri="{FF2B5EF4-FFF2-40B4-BE49-F238E27FC236}">
                <a16:creationId xmlns:a16="http://schemas.microsoft.com/office/drawing/2014/main" id="{93918F21-5FDD-DE40-9590-1F4CBB0E1B9A}"/>
              </a:ext>
            </a:extLst>
          </p:cNvPr>
          <p:cNvSpPr/>
          <p:nvPr/>
        </p:nvSpPr>
        <p:spPr>
          <a:xfrm>
            <a:off x="8708927" y="1626343"/>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rgbClr val="573E5C"/>
                </a:solidFill>
                <a:latin typeface="Aptos" panose="020B0004020202020204" pitchFamily="34" charset="0"/>
                <a:ea typeface="Calibri"/>
                <a:cs typeface="Calibri"/>
              </a:rPr>
              <a:t>Dart is the programming language used to write the app code.</a:t>
            </a:r>
          </a:p>
        </p:txBody>
      </p:sp>
      <p:sp>
        <p:nvSpPr>
          <p:cNvPr id="39" name="Rectangle 38">
            <a:extLst>
              <a:ext uri="{FF2B5EF4-FFF2-40B4-BE49-F238E27FC236}">
                <a16:creationId xmlns:a16="http://schemas.microsoft.com/office/drawing/2014/main" id="{EC4DBA46-7BDF-15A1-BB3B-4E44BB205772}"/>
              </a:ext>
            </a:extLst>
          </p:cNvPr>
          <p:cNvSpPr/>
          <p:nvPr/>
        </p:nvSpPr>
        <p:spPr>
          <a:xfrm>
            <a:off x="8708927" y="3473945"/>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573E5C"/>
                </a:solidFill>
              </a:rPr>
              <a:t>Dart can be used on its own (web, server, etc.).</a:t>
            </a:r>
          </a:p>
        </p:txBody>
      </p:sp>
    </p:spTree>
    <p:extLst>
      <p:ext uri="{BB962C8B-B14F-4D97-AF65-F5344CB8AC3E}">
        <p14:creationId xmlns:p14="http://schemas.microsoft.com/office/powerpoint/2010/main" val="9957336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CBB45EC0-9A59-983E-9520-115152661DD7}"/>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9E7555A-2785-ACB6-62A4-5C0519537D06}"/>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13EE28B1-21CA-B4C7-D37D-853AF2A69623}"/>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825C4C27-4E12-A863-950D-94F596F470AA}"/>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A20FB271-8C0D-50BD-BAEF-53F5838EB16D}"/>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B185EEB4-08FA-A8F5-B9D8-4CC2695FE9B4}"/>
              </a:ext>
            </a:extLst>
          </p:cNvPr>
          <p:cNvSpPr txBox="1"/>
          <p:nvPr/>
        </p:nvSpPr>
        <p:spPr>
          <a:xfrm>
            <a:off x="3968668" y="101067"/>
            <a:ext cx="4254691" cy="707886"/>
          </a:xfrm>
          <a:prstGeom prst="rect">
            <a:avLst/>
          </a:prstGeom>
          <a:noFill/>
        </p:spPr>
        <p:txBody>
          <a:bodyPr wrap="none" rtlCol="0">
            <a:spAutoFit/>
          </a:bodyPr>
          <a:lstStyle/>
          <a:p>
            <a:pPr algn="ctr"/>
            <a:r>
              <a:rPr lang="en-US" sz="4000">
                <a:solidFill>
                  <a:srgbClr val="415F91"/>
                </a:solidFill>
              </a:rPr>
              <a:t>How Flutter Works</a:t>
            </a:r>
          </a:p>
        </p:txBody>
      </p:sp>
      <p:sp>
        <p:nvSpPr>
          <p:cNvPr id="13" name="Rectangle 12">
            <a:extLst>
              <a:ext uri="{FF2B5EF4-FFF2-40B4-BE49-F238E27FC236}">
                <a16:creationId xmlns:a16="http://schemas.microsoft.com/office/drawing/2014/main" id="{C58B953A-5474-9C54-9E50-CE81356EA214}"/>
              </a:ext>
            </a:extLst>
          </p:cNvPr>
          <p:cNvSpPr/>
          <p:nvPr/>
        </p:nvSpPr>
        <p:spPr>
          <a:xfrm>
            <a:off x="4571488" y="912014"/>
            <a:ext cx="3175026" cy="973666"/>
          </a:xfrm>
          <a:prstGeom prst="rect">
            <a:avLst/>
          </a:prstGeom>
          <a:solidFill>
            <a:srgbClr val="FFDA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TextBox 14">
            <a:extLst>
              <a:ext uri="{FF2B5EF4-FFF2-40B4-BE49-F238E27FC236}">
                <a16:creationId xmlns:a16="http://schemas.microsoft.com/office/drawing/2014/main" id="{038B8F3A-CE07-3CFE-00D0-3E9F8284A12A}"/>
              </a:ext>
            </a:extLst>
          </p:cNvPr>
          <p:cNvSpPr txBox="1"/>
          <p:nvPr/>
        </p:nvSpPr>
        <p:spPr>
          <a:xfrm rot="16200000">
            <a:off x="4225528" y="1214180"/>
            <a:ext cx="1061253" cy="369332"/>
          </a:xfrm>
          <a:prstGeom prst="rect">
            <a:avLst/>
          </a:prstGeom>
          <a:noFill/>
        </p:spPr>
        <p:txBody>
          <a:bodyPr wrap="none" rtlCol="0">
            <a:spAutoFit/>
          </a:bodyPr>
          <a:lstStyle/>
          <a:p>
            <a:r>
              <a:rPr lang="en-US">
                <a:solidFill>
                  <a:srgbClr val="BA1A1A"/>
                </a:solidFill>
              </a:rPr>
              <a:t>Dart App</a:t>
            </a:r>
          </a:p>
        </p:txBody>
      </p:sp>
      <p:sp>
        <p:nvSpPr>
          <p:cNvPr id="16" name="TextBox 15">
            <a:extLst>
              <a:ext uri="{FF2B5EF4-FFF2-40B4-BE49-F238E27FC236}">
                <a16:creationId xmlns:a16="http://schemas.microsoft.com/office/drawing/2014/main" id="{D12FE5BE-3230-96A5-8D94-54DC74FB455A}"/>
              </a:ext>
            </a:extLst>
          </p:cNvPr>
          <p:cNvSpPr txBox="1"/>
          <p:nvPr/>
        </p:nvSpPr>
        <p:spPr>
          <a:xfrm>
            <a:off x="4836144" y="912014"/>
            <a:ext cx="2910370" cy="954107"/>
          </a:xfrm>
          <a:prstGeom prst="rect">
            <a:avLst/>
          </a:prstGeom>
          <a:noFill/>
        </p:spPr>
        <p:txBody>
          <a:bodyPr wrap="square" rtlCol="0">
            <a:spAutoFit/>
          </a:bodyPr>
          <a:lstStyle/>
          <a:p>
            <a:pPr algn="ctr"/>
            <a:r>
              <a:rPr lang="en-US" sz="1400">
                <a:solidFill>
                  <a:srgbClr val="93000A"/>
                </a:solidFill>
              </a:rPr>
              <a:t>It composes the widgets in the UI.</a:t>
            </a:r>
          </a:p>
          <a:p>
            <a:pPr algn="ctr"/>
            <a:endParaRPr lang="en-US" sz="1400">
              <a:solidFill>
                <a:srgbClr val="93000A"/>
              </a:solidFill>
            </a:endParaRPr>
          </a:p>
          <a:p>
            <a:pPr algn="ctr"/>
            <a:r>
              <a:rPr lang="en-US" sz="1400">
                <a:solidFill>
                  <a:srgbClr val="93000A"/>
                </a:solidFill>
              </a:rPr>
              <a:t>Implementation of the business Logic.</a:t>
            </a:r>
          </a:p>
        </p:txBody>
      </p:sp>
      <p:sp>
        <p:nvSpPr>
          <p:cNvPr id="21" name="Rectangle 20">
            <a:extLst>
              <a:ext uri="{FF2B5EF4-FFF2-40B4-BE49-F238E27FC236}">
                <a16:creationId xmlns:a16="http://schemas.microsoft.com/office/drawing/2014/main" id="{932AE8F4-08DC-932B-CC65-82D29079663B}"/>
              </a:ext>
            </a:extLst>
          </p:cNvPr>
          <p:cNvSpPr/>
          <p:nvPr/>
        </p:nvSpPr>
        <p:spPr>
          <a:xfrm>
            <a:off x="4571488" y="1942854"/>
            <a:ext cx="3175026" cy="973666"/>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3" name="TextBox 22">
            <a:extLst>
              <a:ext uri="{FF2B5EF4-FFF2-40B4-BE49-F238E27FC236}">
                <a16:creationId xmlns:a16="http://schemas.microsoft.com/office/drawing/2014/main" id="{DF829B22-C22C-9B98-60A4-E3C7D24AE34F}"/>
              </a:ext>
            </a:extLst>
          </p:cNvPr>
          <p:cNvSpPr txBox="1"/>
          <p:nvPr/>
        </p:nvSpPr>
        <p:spPr>
          <a:xfrm rot="16200000">
            <a:off x="4199848" y="2285994"/>
            <a:ext cx="1051057" cy="307777"/>
          </a:xfrm>
          <a:prstGeom prst="rect">
            <a:avLst/>
          </a:prstGeom>
          <a:noFill/>
        </p:spPr>
        <p:txBody>
          <a:bodyPr wrap="none" rtlCol="0">
            <a:spAutoFit/>
          </a:bodyPr>
          <a:lstStyle/>
          <a:p>
            <a:r>
              <a:rPr lang="en-US" sz="1400">
                <a:solidFill>
                  <a:srgbClr val="705575"/>
                </a:solidFill>
              </a:rPr>
              <a:t>Framework</a:t>
            </a:r>
          </a:p>
        </p:txBody>
      </p:sp>
      <p:sp>
        <p:nvSpPr>
          <p:cNvPr id="24" name="TextBox 23">
            <a:extLst>
              <a:ext uri="{FF2B5EF4-FFF2-40B4-BE49-F238E27FC236}">
                <a16:creationId xmlns:a16="http://schemas.microsoft.com/office/drawing/2014/main" id="{8A478450-12FF-E22C-884F-5DF987B1A3F9}"/>
              </a:ext>
            </a:extLst>
          </p:cNvPr>
          <p:cNvSpPr txBox="1"/>
          <p:nvPr/>
        </p:nvSpPr>
        <p:spPr>
          <a:xfrm>
            <a:off x="4697574" y="1942854"/>
            <a:ext cx="3107278" cy="884858"/>
          </a:xfrm>
          <a:prstGeom prst="rect">
            <a:avLst/>
          </a:prstGeom>
          <a:noFill/>
        </p:spPr>
        <p:txBody>
          <a:bodyPr wrap="square" rtlCol="0">
            <a:spAutoFit/>
          </a:bodyPr>
          <a:lstStyle/>
          <a:p>
            <a:pPr algn="ctr"/>
            <a:r>
              <a:rPr lang="en-US" sz="1400">
                <a:solidFill>
                  <a:srgbClr val="573E5C"/>
                </a:solidFill>
              </a:rPr>
              <a:t>Provides the high-level APIs.</a:t>
            </a:r>
          </a:p>
          <a:p>
            <a:pPr algn="ctr"/>
            <a:r>
              <a:rPr lang="en-US" sz="1050">
                <a:solidFill>
                  <a:srgbClr val="573E5C"/>
                </a:solidFill>
              </a:rPr>
              <a:t>(Widgets, gestures, text input &amp; accessibility)</a:t>
            </a:r>
          </a:p>
          <a:p>
            <a:pPr algn="ctr"/>
            <a:endParaRPr lang="en-US" sz="1400">
              <a:solidFill>
                <a:srgbClr val="573E5C"/>
              </a:solidFill>
            </a:endParaRPr>
          </a:p>
          <a:p>
            <a:pPr algn="ctr"/>
            <a:r>
              <a:rPr lang="en-US" sz="1300">
                <a:solidFill>
                  <a:srgbClr val="573E5C"/>
                </a:solidFill>
              </a:rPr>
              <a:t>Turns the Widget Tree into a visual scene.</a:t>
            </a:r>
          </a:p>
        </p:txBody>
      </p:sp>
      <p:sp>
        <p:nvSpPr>
          <p:cNvPr id="25" name="Rectangle 24">
            <a:extLst>
              <a:ext uri="{FF2B5EF4-FFF2-40B4-BE49-F238E27FC236}">
                <a16:creationId xmlns:a16="http://schemas.microsoft.com/office/drawing/2014/main" id="{BCE80D75-7150-EE28-E178-ECE85C79B6D5}"/>
              </a:ext>
            </a:extLst>
          </p:cNvPr>
          <p:cNvSpPr/>
          <p:nvPr/>
        </p:nvSpPr>
        <p:spPr>
          <a:xfrm>
            <a:off x="4572085" y="2973696"/>
            <a:ext cx="3175026" cy="1384994"/>
          </a:xfrm>
          <a:prstGeom prst="rect">
            <a:avLst/>
          </a:prstGeom>
          <a:solidFill>
            <a:srgbClr val="DAE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rgbClr val="DAE2F9"/>
              </a:solidFill>
            </a:endParaRPr>
          </a:p>
        </p:txBody>
      </p:sp>
      <p:sp>
        <p:nvSpPr>
          <p:cNvPr id="26" name="TextBox 25">
            <a:extLst>
              <a:ext uri="{FF2B5EF4-FFF2-40B4-BE49-F238E27FC236}">
                <a16:creationId xmlns:a16="http://schemas.microsoft.com/office/drawing/2014/main" id="{47A5FC02-81D0-6009-71E9-E84D562FD8C9}"/>
              </a:ext>
            </a:extLst>
          </p:cNvPr>
          <p:cNvSpPr txBox="1"/>
          <p:nvPr/>
        </p:nvSpPr>
        <p:spPr>
          <a:xfrm rot="16200000">
            <a:off x="4329393" y="3481526"/>
            <a:ext cx="854721" cy="369332"/>
          </a:xfrm>
          <a:prstGeom prst="rect">
            <a:avLst/>
          </a:prstGeom>
          <a:noFill/>
        </p:spPr>
        <p:txBody>
          <a:bodyPr wrap="none" rtlCol="0">
            <a:spAutoFit/>
          </a:bodyPr>
          <a:lstStyle/>
          <a:p>
            <a:r>
              <a:rPr lang="en-US">
                <a:solidFill>
                  <a:srgbClr val="705575"/>
                </a:solidFill>
              </a:rPr>
              <a:t>Engine</a:t>
            </a:r>
            <a:endParaRPr lang="en-US" sz="1400">
              <a:solidFill>
                <a:srgbClr val="705575"/>
              </a:solidFill>
            </a:endParaRPr>
          </a:p>
        </p:txBody>
      </p:sp>
      <p:sp>
        <p:nvSpPr>
          <p:cNvPr id="27" name="TextBox 26">
            <a:extLst>
              <a:ext uri="{FF2B5EF4-FFF2-40B4-BE49-F238E27FC236}">
                <a16:creationId xmlns:a16="http://schemas.microsoft.com/office/drawing/2014/main" id="{1007BB26-1E78-4519-07CB-8B2B2DAD96E8}"/>
              </a:ext>
            </a:extLst>
          </p:cNvPr>
          <p:cNvSpPr txBox="1"/>
          <p:nvPr/>
        </p:nvSpPr>
        <p:spPr>
          <a:xfrm>
            <a:off x="4941419" y="2973694"/>
            <a:ext cx="2805692" cy="1384995"/>
          </a:xfrm>
          <a:prstGeom prst="rect">
            <a:avLst/>
          </a:prstGeom>
          <a:noFill/>
        </p:spPr>
        <p:txBody>
          <a:bodyPr wrap="square" rtlCol="0">
            <a:spAutoFit/>
          </a:bodyPr>
          <a:lstStyle/>
          <a:p>
            <a:pPr algn="ctr"/>
            <a:r>
              <a:rPr lang="en-US" sz="1400">
                <a:solidFill>
                  <a:srgbClr val="283141"/>
                </a:solidFill>
              </a:rPr>
              <a:t>Draws Graphics and Text.</a:t>
            </a:r>
          </a:p>
          <a:p>
            <a:pPr algn="ctr"/>
            <a:r>
              <a:rPr lang="en-US" sz="1400">
                <a:solidFill>
                  <a:srgbClr val="283141"/>
                </a:solidFill>
              </a:rPr>
              <a:t>Runs the Dart runtime.</a:t>
            </a:r>
          </a:p>
          <a:p>
            <a:pPr algn="ctr"/>
            <a:r>
              <a:rPr lang="en-US" sz="1400">
                <a:solidFill>
                  <a:srgbClr val="283141"/>
                </a:solidFill>
              </a:rPr>
              <a:t>Provides low-level Flutter API through </a:t>
            </a:r>
            <a:r>
              <a:rPr lang="en-US" sz="1400" err="1">
                <a:solidFill>
                  <a:srgbClr val="283141"/>
                </a:solidFill>
              </a:rPr>
              <a:t>dart:ui</a:t>
            </a:r>
            <a:r>
              <a:rPr lang="en-US" sz="1400">
                <a:solidFill>
                  <a:srgbClr val="283141"/>
                </a:solidFill>
              </a:rPr>
              <a:t>.</a:t>
            </a:r>
          </a:p>
          <a:p>
            <a:pPr algn="ctr"/>
            <a:r>
              <a:rPr lang="en-US" sz="1400">
                <a:solidFill>
                  <a:srgbClr val="283141"/>
                </a:solidFill>
              </a:rPr>
              <a:t>Connects to the platform using the Embedder API.</a:t>
            </a:r>
          </a:p>
        </p:txBody>
      </p:sp>
      <p:sp>
        <p:nvSpPr>
          <p:cNvPr id="28" name="Rectangle 27">
            <a:extLst>
              <a:ext uri="{FF2B5EF4-FFF2-40B4-BE49-F238E27FC236}">
                <a16:creationId xmlns:a16="http://schemas.microsoft.com/office/drawing/2014/main" id="{F869F5AE-B0DF-553F-3711-32F64CF64DB0}"/>
              </a:ext>
            </a:extLst>
          </p:cNvPr>
          <p:cNvSpPr/>
          <p:nvPr/>
        </p:nvSpPr>
        <p:spPr>
          <a:xfrm>
            <a:off x="4571487" y="4415864"/>
            <a:ext cx="3175026" cy="116955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rgbClr val="DAE2F9"/>
              </a:solidFill>
            </a:endParaRPr>
          </a:p>
        </p:txBody>
      </p:sp>
      <p:sp>
        <p:nvSpPr>
          <p:cNvPr id="29" name="TextBox 28">
            <a:extLst>
              <a:ext uri="{FF2B5EF4-FFF2-40B4-BE49-F238E27FC236}">
                <a16:creationId xmlns:a16="http://schemas.microsoft.com/office/drawing/2014/main" id="{A49580FF-D6A9-98CF-7E34-9D943F97F059}"/>
              </a:ext>
            </a:extLst>
          </p:cNvPr>
          <p:cNvSpPr txBox="1"/>
          <p:nvPr/>
        </p:nvSpPr>
        <p:spPr>
          <a:xfrm rot="16200000">
            <a:off x="4146052" y="4815972"/>
            <a:ext cx="1220206" cy="369332"/>
          </a:xfrm>
          <a:prstGeom prst="rect">
            <a:avLst/>
          </a:prstGeom>
          <a:noFill/>
        </p:spPr>
        <p:txBody>
          <a:bodyPr wrap="none" rtlCol="0">
            <a:spAutoFit/>
          </a:bodyPr>
          <a:lstStyle/>
          <a:p>
            <a:r>
              <a:rPr lang="en-US">
                <a:solidFill>
                  <a:srgbClr val="415F91"/>
                </a:solidFill>
              </a:rPr>
              <a:t>Embedder</a:t>
            </a:r>
            <a:endParaRPr lang="en-US" sz="1400">
              <a:solidFill>
                <a:srgbClr val="415F91"/>
              </a:solidFill>
            </a:endParaRPr>
          </a:p>
        </p:txBody>
      </p:sp>
      <p:sp>
        <p:nvSpPr>
          <p:cNvPr id="30" name="TextBox 29">
            <a:extLst>
              <a:ext uri="{FF2B5EF4-FFF2-40B4-BE49-F238E27FC236}">
                <a16:creationId xmlns:a16="http://schemas.microsoft.com/office/drawing/2014/main" id="{B6C94EB4-7183-FAB2-C15F-9E60B5979089}"/>
              </a:ext>
            </a:extLst>
          </p:cNvPr>
          <p:cNvSpPr txBox="1"/>
          <p:nvPr/>
        </p:nvSpPr>
        <p:spPr>
          <a:xfrm>
            <a:off x="4940821" y="4415863"/>
            <a:ext cx="2805692" cy="1169551"/>
          </a:xfrm>
          <a:prstGeom prst="rect">
            <a:avLst/>
          </a:prstGeom>
          <a:noFill/>
        </p:spPr>
        <p:txBody>
          <a:bodyPr wrap="square" rtlCol="0">
            <a:spAutoFit/>
          </a:bodyPr>
          <a:lstStyle/>
          <a:p>
            <a:pPr algn="ctr"/>
            <a:r>
              <a:rPr lang="en-US" sz="1400">
                <a:solidFill>
                  <a:srgbClr val="284777"/>
                </a:solidFill>
              </a:rPr>
              <a:t>Talks to the Operating System.</a:t>
            </a:r>
          </a:p>
          <a:p>
            <a:pPr algn="ctr"/>
            <a:r>
              <a:rPr lang="en-US" sz="1400">
                <a:solidFill>
                  <a:srgbClr val="284777"/>
                </a:solidFill>
              </a:rPr>
              <a:t>Handles input, accessibility and rendering surfaces.</a:t>
            </a:r>
          </a:p>
          <a:p>
            <a:pPr algn="ctr"/>
            <a:r>
              <a:rPr lang="en-US" sz="1400">
                <a:solidFill>
                  <a:srgbClr val="284777"/>
                </a:solidFill>
              </a:rPr>
              <a:t>Manages event loops.</a:t>
            </a:r>
          </a:p>
          <a:p>
            <a:pPr algn="ctr"/>
            <a:r>
              <a:rPr lang="en-US" sz="1400">
                <a:solidFill>
                  <a:srgbClr val="284777"/>
                </a:solidFill>
              </a:rPr>
              <a:t>Provides platform-specific APIs.</a:t>
            </a:r>
          </a:p>
        </p:txBody>
      </p:sp>
      <p:sp>
        <p:nvSpPr>
          <p:cNvPr id="32" name="Rectangle 31">
            <a:extLst>
              <a:ext uri="{FF2B5EF4-FFF2-40B4-BE49-F238E27FC236}">
                <a16:creationId xmlns:a16="http://schemas.microsoft.com/office/drawing/2014/main" id="{01FB9CA7-6DDB-C575-35D5-92F28D90F1D1}"/>
              </a:ext>
            </a:extLst>
          </p:cNvPr>
          <p:cNvSpPr/>
          <p:nvPr/>
        </p:nvSpPr>
        <p:spPr>
          <a:xfrm>
            <a:off x="4571487" y="5642586"/>
            <a:ext cx="3175026" cy="904672"/>
          </a:xfrm>
          <a:prstGeom prst="rect">
            <a:avLst/>
          </a:prstGeom>
          <a:solidFill>
            <a:srgbClr val="D9D9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rgbClr val="DAE2F9"/>
              </a:solidFill>
            </a:endParaRPr>
          </a:p>
        </p:txBody>
      </p:sp>
      <p:sp>
        <p:nvSpPr>
          <p:cNvPr id="33" name="TextBox 32">
            <a:extLst>
              <a:ext uri="{FF2B5EF4-FFF2-40B4-BE49-F238E27FC236}">
                <a16:creationId xmlns:a16="http://schemas.microsoft.com/office/drawing/2014/main" id="{ED1E99E3-F7D1-8F93-C14E-A2339735D4B5}"/>
              </a:ext>
            </a:extLst>
          </p:cNvPr>
          <p:cNvSpPr txBox="1"/>
          <p:nvPr/>
        </p:nvSpPr>
        <p:spPr>
          <a:xfrm rot="16200000">
            <a:off x="4303820" y="5934971"/>
            <a:ext cx="904671" cy="369332"/>
          </a:xfrm>
          <a:prstGeom prst="rect">
            <a:avLst/>
          </a:prstGeom>
          <a:noFill/>
        </p:spPr>
        <p:txBody>
          <a:bodyPr wrap="none" rtlCol="0">
            <a:spAutoFit/>
          </a:bodyPr>
          <a:lstStyle/>
          <a:p>
            <a:r>
              <a:rPr lang="en-US">
                <a:solidFill>
                  <a:srgbClr val="191C20"/>
                </a:solidFill>
              </a:rPr>
              <a:t>Runner</a:t>
            </a:r>
            <a:endParaRPr lang="en-US" sz="1400">
              <a:solidFill>
                <a:srgbClr val="191C20"/>
              </a:solidFill>
            </a:endParaRPr>
          </a:p>
        </p:txBody>
      </p:sp>
      <p:sp>
        <p:nvSpPr>
          <p:cNvPr id="34" name="TextBox 33">
            <a:extLst>
              <a:ext uri="{FF2B5EF4-FFF2-40B4-BE49-F238E27FC236}">
                <a16:creationId xmlns:a16="http://schemas.microsoft.com/office/drawing/2014/main" id="{3B27D94E-B274-C002-3742-F21BBCBBA0A0}"/>
              </a:ext>
            </a:extLst>
          </p:cNvPr>
          <p:cNvSpPr txBox="1"/>
          <p:nvPr/>
        </p:nvSpPr>
        <p:spPr>
          <a:xfrm>
            <a:off x="4940821" y="5642585"/>
            <a:ext cx="2805692" cy="954107"/>
          </a:xfrm>
          <a:prstGeom prst="rect">
            <a:avLst/>
          </a:prstGeom>
          <a:noFill/>
        </p:spPr>
        <p:txBody>
          <a:bodyPr wrap="square" rtlCol="0">
            <a:spAutoFit/>
          </a:bodyPr>
          <a:lstStyle/>
          <a:p>
            <a:pPr algn="ctr"/>
            <a:r>
              <a:rPr lang="en-US" sz="1400">
                <a:solidFill>
                  <a:srgbClr val="191C20"/>
                </a:solidFill>
              </a:rPr>
              <a:t>Combines everything into a runnable app.</a:t>
            </a:r>
          </a:p>
          <a:p>
            <a:pPr algn="ctr"/>
            <a:r>
              <a:rPr lang="en-US" sz="1400">
                <a:solidFill>
                  <a:srgbClr val="191C20"/>
                </a:solidFill>
              </a:rPr>
              <a:t>Created automictically when you run </a:t>
            </a:r>
            <a:r>
              <a:rPr lang="en-US" sz="1400" b="1">
                <a:solidFill>
                  <a:srgbClr val="191C20"/>
                </a:solidFill>
              </a:rPr>
              <a:t>flutter create</a:t>
            </a:r>
          </a:p>
        </p:txBody>
      </p:sp>
    </p:spTree>
    <p:extLst>
      <p:ext uri="{BB962C8B-B14F-4D97-AF65-F5344CB8AC3E}">
        <p14:creationId xmlns:p14="http://schemas.microsoft.com/office/powerpoint/2010/main" val="179583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96F62FCF-CE75-AE2B-9456-DD6B5FBC9D19}"/>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13DE8507-4813-666A-63A9-2889A59CD914}"/>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5FB17611-7FE7-DC29-711B-5273157FE42D}"/>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C499A2EF-27D6-C191-7B34-2FA075DBCA86}"/>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23BAB7C2-C79A-C809-D127-92FA986382C8}"/>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9F6DD530-A127-64C5-66EA-A259DAB7222D}"/>
              </a:ext>
            </a:extLst>
          </p:cNvPr>
          <p:cNvSpPr txBox="1"/>
          <p:nvPr/>
        </p:nvSpPr>
        <p:spPr>
          <a:xfrm>
            <a:off x="4144571" y="101067"/>
            <a:ext cx="3902863" cy="707886"/>
          </a:xfrm>
          <a:prstGeom prst="rect">
            <a:avLst/>
          </a:prstGeom>
          <a:noFill/>
        </p:spPr>
        <p:txBody>
          <a:bodyPr wrap="none" rtlCol="0">
            <a:spAutoFit/>
          </a:bodyPr>
          <a:lstStyle/>
          <a:p>
            <a:pPr algn="ctr"/>
            <a:r>
              <a:rPr lang="en-US" sz="4000">
                <a:solidFill>
                  <a:srgbClr val="415F91"/>
                </a:solidFill>
              </a:rPr>
              <a:t>Flutter’s Widgets</a:t>
            </a:r>
          </a:p>
        </p:txBody>
      </p:sp>
      <p:sp>
        <p:nvSpPr>
          <p:cNvPr id="8" name="TextBox 7">
            <a:extLst>
              <a:ext uri="{FF2B5EF4-FFF2-40B4-BE49-F238E27FC236}">
                <a16:creationId xmlns:a16="http://schemas.microsoft.com/office/drawing/2014/main" id="{C227C96F-FD69-EFB3-7EE8-62122179F056}"/>
              </a:ext>
            </a:extLst>
          </p:cNvPr>
          <p:cNvSpPr txBox="1"/>
          <p:nvPr/>
        </p:nvSpPr>
        <p:spPr>
          <a:xfrm>
            <a:off x="886588" y="986964"/>
            <a:ext cx="10418820" cy="1200329"/>
          </a:xfrm>
          <a:prstGeom prst="rect">
            <a:avLst/>
          </a:prstGeom>
          <a:noFill/>
        </p:spPr>
        <p:txBody>
          <a:bodyPr wrap="square" rtlCol="0">
            <a:spAutoFit/>
          </a:bodyPr>
          <a:lstStyle/>
          <a:p>
            <a:pPr algn="ctr"/>
            <a:r>
              <a:rPr lang="en-US">
                <a:solidFill>
                  <a:srgbClr val="191C20"/>
                </a:solidFill>
              </a:rPr>
              <a:t>Flutter’s Widgets are every object that appears on the page is called a widget. It can fall from text to buttons to the structure of the application. Widgets combine into a ‘Widget Tree’.</a:t>
            </a:r>
          </a:p>
          <a:p>
            <a:pPr algn="ctr"/>
            <a:endParaRPr lang="en-US">
              <a:solidFill>
                <a:srgbClr val="191C20"/>
              </a:solidFill>
            </a:endParaRPr>
          </a:p>
          <a:p>
            <a:pPr algn="ctr"/>
            <a:endParaRPr lang="en-US">
              <a:solidFill>
                <a:srgbClr val="191C20"/>
              </a:solidFill>
            </a:endParaRPr>
          </a:p>
        </p:txBody>
      </p:sp>
      <p:grpSp>
        <p:nvGrpSpPr>
          <p:cNvPr id="25" name="Group 24">
            <a:extLst>
              <a:ext uri="{FF2B5EF4-FFF2-40B4-BE49-F238E27FC236}">
                <a16:creationId xmlns:a16="http://schemas.microsoft.com/office/drawing/2014/main" id="{809704C1-BC19-E8CE-C633-80339164E672}"/>
              </a:ext>
            </a:extLst>
          </p:cNvPr>
          <p:cNvGrpSpPr/>
          <p:nvPr/>
        </p:nvGrpSpPr>
        <p:grpSpPr>
          <a:xfrm>
            <a:off x="692436" y="1830368"/>
            <a:ext cx="5118230" cy="4755196"/>
            <a:chOff x="692436" y="1830368"/>
            <a:chExt cx="5118230" cy="4755196"/>
          </a:xfrm>
        </p:grpSpPr>
        <p:grpSp>
          <p:nvGrpSpPr>
            <p:cNvPr id="12" name="Group 11">
              <a:extLst>
                <a:ext uri="{FF2B5EF4-FFF2-40B4-BE49-F238E27FC236}">
                  <a16:creationId xmlns:a16="http://schemas.microsoft.com/office/drawing/2014/main" id="{98BC634C-E368-60CD-40B9-A31CEA37DD63}"/>
                </a:ext>
              </a:extLst>
            </p:cNvPr>
            <p:cNvGrpSpPr/>
            <p:nvPr/>
          </p:nvGrpSpPr>
          <p:grpSpPr>
            <a:xfrm>
              <a:off x="692436" y="1830368"/>
              <a:ext cx="5118230" cy="1469984"/>
              <a:chOff x="6100897" y="1830368"/>
              <a:chExt cx="5118230" cy="1469984"/>
            </a:xfrm>
          </p:grpSpPr>
          <p:sp>
            <p:nvSpPr>
              <p:cNvPr id="13" name="Rectangle 12">
                <a:extLst>
                  <a:ext uri="{FF2B5EF4-FFF2-40B4-BE49-F238E27FC236}">
                    <a16:creationId xmlns:a16="http://schemas.microsoft.com/office/drawing/2014/main" id="{7D7F7451-276C-9B66-7064-B73563209054}"/>
                  </a:ext>
                </a:extLst>
              </p:cNvPr>
              <p:cNvSpPr/>
              <p:nvPr/>
            </p:nvSpPr>
            <p:spPr>
              <a:xfrm>
                <a:off x="7312037" y="1894578"/>
                <a:ext cx="3907090" cy="1341564"/>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rgbClr val="705575"/>
                    </a:solidFill>
                    <a:ea typeface="Calibri"/>
                    <a:cs typeface="Calibri"/>
                  </a:rPr>
                  <a:t>A widget which allows for styling, padding and positioning of child widgets.</a:t>
                </a:r>
                <a:endParaRPr lang="en-US">
                  <a:solidFill>
                    <a:srgbClr val="705575"/>
                  </a:solidFill>
                  <a:ea typeface="Calibri"/>
                  <a:cs typeface="Calibri"/>
                </a:endParaRPr>
              </a:p>
            </p:txBody>
          </p:sp>
          <p:sp>
            <p:nvSpPr>
              <p:cNvPr id="14" name="Rectangle 13">
                <a:extLst>
                  <a:ext uri="{FF2B5EF4-FFF2-40B4-BE49-F238E27FC236}">
                    <a16:creationId xmlns:a16="http://schemas.microsoft.com/office/drawing/2014/main" id="{5F0A18D3-8D6A-4D99-BDDC-0FDFDF5AB68D}"/>
                  </a:ext>
                </a:extLst>
              </p:cNvPr>
              <p:cNvSpPr/>
              <p:nvPr/>
            </p:nvSpPr>
            <p:spPr>
              <a:xfrm>
                <a:off x="6100897" y="1830368"/>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Container</a:t>
                </a:r>
              </a:p>
            </p:txBody>
          </p:sp>
        </p:grpSp>
        <p:grpSp>
          <p:nvGrpSpPr>
            <p:cNvPr id="16" name="Group 15">
              <a:extLst>
                <a:ext uri="{FF2B5EF4-FFF2-40B4-BE49-F238E27FC236}">
                  <a16:creationId xmlns:a16="http://schemas.microsoft.com/office/drawing/2014/main" id="{600185AB-D60F-9C35-63F2-F824D72DF247}"/>
                </a:ext>
              </a:extLst>
            </p:cNvPr>
            <p:cNvGrpSpPr/>
            <p:nvPr/>
          </p:nvGrpSpPr>
          <p:grpSpPr>
            <a:xfrm>
              <a:off x="692436" y="3472974"/>
              <a:ext cx="5118230" cy="1469984"/>
              <a:chOff x="6100897" y="1830368"/>
              <a:chExt cx="5118230" cy="1469984"/>
            </a:xfrm>
          </p:grpSpPr>
          <p:sp>
            <p:nvSpPr>
              <p:cNvPr id="17" name="Rectangle 16">
                <a:extLst>
                  <a:ext uri="{FF2B5EF4-FFF2-40B4-BE49-F238E27FC236}">
                    <a16:creationId xmlns:a16="http://schemas.microsoft.com/office/drawing/2014/main" id="{88D4523D-1E65-2FBF-CB47-6B4B56547173}"/>
                  </a:ext>
                </a:extLst>
              </p:cNvPr>
              <p:cNvSpPr/>
              <p:nvPr/>
            </p:nvSpPr>
            <p:spPr>
              <a:xfrm>
                <a:off x="7312037" y="1894578"/>
                <a:ext cx="3907090" cy="1341564"/>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705575"/>
                    </a:solidFill>
                  </a:rPr>
                  <a:t>A widget which allows for us to put children widgets horizontally.</a:t>
                </a:r>
              </a:p>
            </p:txBody>
          </p:sp>
          <p:sp>
            <p:nvSpPr>
              <p:cNvPr id="19" name="Rectangle 18">
                <a:extLst>
                  <a:ext uri="{FF2B5EF4-FFF2-40B4-BE49-F238E27FC236}">
                    <a16:creationId xmlns:a16="http://schemas.microsoft.com/office/drawing/2014/main" id="{DB6887F2-0EA2-3A53-8683-53A527D47F9E}"/>
                  </a:ext>
                </a:extLst>
              </p:cNvPr>
              <p:cNvSpPr/>
              <p:nvPr/>
            </p:nvSpPr>
            <p:spPr>
              <a:xfrm>
                <a:off x="6100897" y="1830368"/>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Row</a:t>
                </a:r>
              </a:p>
            </p:txBody>
          </p:sp>
        </p:grpSp>
        <p:grpSp>
          <p:nvGrpSpPr>
            <p:cNvPr id="20" name="Group 19">
              <a:extLst>
                <a:ext uri="{FF2B5EF4-FFF2-40B4-BE49-F238E27FC236}">
                  <a16:creationId xmlns:a16="http://schemas.microsoft.com/office/drawing/2014/main" id="{96B6FD9B-133E-6A31-BB7A-B0CC41971536}"/>
                </a:ext>
              </a:extLst>
            </p:cNvPr>
            <p:cNvGrpSpPr/>
            <p:nvPr/>
          </p:nvGrpSpPr>
          <p:grpSpPr>
            <a:xfrm>
              <a:off x="692436" y="5115580"/>
              <a:ext cx="5118230" cy="1469984"/>
              <a:chOff x="6100897" y="1830368"/>
              <a:chExt cx="5118230" cy="1469984"/>
            </a:xfrm>
          </p:grpSpPr>
          <p:sp>
            <p:nvSpPr>
              <p:cNvPr id="22" name="Rectangle 21">
                <a:extLst>
                  <a:ext uri="{FF2B5EF4-FFF2-40B4-BE49-F238E27FC236}">
                    <a16:creationId xmlns:a16="http://schemas.microsoft.com/office/drawing/2014/main" id="{0E0A4E8D-17C7-CBAA-781C-9BDCC21FE3F8}"/>
                  </a:ext>
                </a:extLst>
              </p:cNvPr>
              <p:cNvSpPr/>
              <p:nvPr/>
            </p:nvSpPr>
            <p:spPr>
              <a:xfrm>
                <a:off x="7312037" y="1894578"/>
                <a:ext cx="3907090" cy="1341564"/>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705575"/>
                    </a:solidFill>
                  </a:rPr>
                  <a:t>A widget which allows for us to put children widgets vertically.</a:t>
                </a:r>
              </a:p>
            </p:txBody>
          </p:sp>
          <p:sp>
            <p:nvSpPr>
              <p:cNvPr id="23" name="Rectangle 22">
                <a:extLst>
                  <a:ext uri="{FF2B5EF4-FFF2-40B4-BE49-F238E27FC236}">
                    <a16:creationId xmlns:a16="http://schemas.microsoft.com/office/drawing/2014/main" id="{9F85220A-AA48-9C03-9E66-13C4E853A967}"/>
                  </a:ext>
                </a:extLst>
              </p:cNvPr>
              <p:cNvSpPr/>
              <p:nvPr/>
            </p:nvSpPr>
            <p:spPr>
              <a:xfrm>
                <a:off x="6100897" y="1830368"/>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Column</a:t>
                </a:r>
              </a:p>
            </p:txBody>
          </p:sp>
        </p:grpSp>
      </p:grpSp>
      <p:grpSp>
        <p:nvGrpSpPr>
          <p:cNvPr id="26" name="Group 25">
            <a:extLst>
              <a:ext uri="{FF2B5EF4-FFF2-40B4-BE49-F238E27FC236}">
                <a16:creationId xmlns:a16="http://schemas.microsoft.com/office/drawing/2014/main" id="{57E3392A-2F29-E997-7205-393F983D87AE}"/>
              </a:ext>
            </a:extLst>
          </p:cNvPr>
          <p:cNvGrpSpPr/>
          <p:nvPr/>
        </p:nvGrpSpPr>
        <p:grpSpPr>
          <a:xfrm>
            <a:off x="6095998" y="1830368"/>
            <a:ext cx="5118230" cy="4755196"/>
            <a:chOff x="692436" y="1830368"/>
            <a:chExt cx="5118230" cy="4755196"/>
          </a:xfrm>
        </p:grpSpPr>
        <p:grpSp>
          <p:nvGrpSpPr>
            <p:cNvPr id="28" name="Group 27">
              <a:extLst>
                <a:ext uri="{FF2B5EF4-FFF2-40B4-BE49-F238E27FC236}">
                  <a16:creationId xmlns:a16="http://schemas.microsoft.com/office/drawing/2014/main" id="{9AC2B146-7B51-75F5-0ADF-1383BAEC9A46}"/>
                </a:ext>
              </a:extLst>
            </p:cNvPr>
            <p:cNvGrpSpPr/>
            <p:nvPr/>
          </p:nvGrpSpPr>
          <p:grpSpPr>
            <a:xfrm>
              <a:off x="692436" y="1830368"/>
              <a:ext cx="5118230" cy="1469984"/>
              <a:chOff x="6100897" y="1830368"/>
              <a:chExt cx="5118230" cy="1469984"/>
            </a:xfrm>
          </p:grpSpPr>
          <p:sp>
            <p:nvSpPr>
              <p:cNvPr id="36" name="Rectangle 35">
                <a:extLst>
                  <a:ext uri="{FF2B5EF4-FFF2-40B4-BE49-F238E27FC236}">
                    <a16:creationId xmlns:a16="http://schemas.microsoft.com/office/drawing/2014/main" id="{AED23EEA-17B9-DDF2-E5F8-03999604F680}"/>
                  </a:ext>
                </a:extLst>
              </p:cNvPr>
              <p:cNvSpPr/>
              <p:nvPr/>
            </p:nvSpPr>
            <p:spPr>
              <a:xfrm>
                <a:off x="7312037" y="1894578"/>
                <a:ext cx="3907090" cy="1341564"/>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705575"/>
                    </a:solidFill>
                  </a:rPr>
                  <a:t>A widget which allows for us to put children widgets anywhere and overlap.</a:t>
                </a:r>
              </a:p>
            </p:txBody>
          </p:sp>
          <p:sp>
            <p:nvSpPr>
              <p:cNvPr id="37" name="Rectangle 36">
                <a:extLst>
                  <a:ext uri="{FF2B5EF4-FFF2-40B4-BE49-F238E27FC236}">
                    <a16:creationId xmlns:a16="http://schemas.microsoft.com/office/drawing/2014/main" id="{BFE67158-CB0F-C605-3E84-8027CC2C2DB6}"/>
                  </a:ext>
                </a:extLst>
              </p:cNvPr>
              <p:cNvSpPr/>
              <p:nvPr/>
            </p:nvSpPr>
            <p:spPr>
              <a:xfrm>
                <a:off x="6100897" y="1830368"/>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Stack</a:t>
                </a:r>
              </a:p>
            </p:txBody>
          </p:sp>
        </p:grpSp>
        <p:grpSp>
          <p:nvGrpSpPr>
            <p:cNvPr id="30" name="Group 29">
              <a:extLst>
                <a:ext uri="{FF2B5EF4-FFF2-40B4-BE49-F238E27FC236}">
                  <a16:creationId xmlns:a16="http://schemas.microsoft.com/office/drawing/2014/main" id="{3C619CE2-D884-6406-00A2-5236A18D4645}"/>
                </a:ext>
              </a:extLst>
            </p:cNvPr>
            <p:cNvGrpSpPr/>
            <p:nvPr/>
          </p:nvGrpSpPr>
          <p:grpSpPr>
            <a:xfrm>
              <a:off x="692436" y="3472974"/>
              <a:ext cx="5118230" cy="1469984"/>
              <a:chOff x="6100897" y="1830368"/>
              <a:chExt cx="5118230" cy="1469984"/>
            </a:xfrm>
          </p:grpSpPr>
          <p:sp>
            <p:nvSpPr>
              <p:cNvPr id="34" name="Rectangle 33">
                <a:extLst>
                  <a:ext uri="{FF2B5EF4-FFF2-40B4-BE49-F238E27FC236}">
                    <a16:creationId xmlns:a16="http://schemas.microsoft.com/office/drawing/2014/main" id="{C53F66BC-C9A6-51C7-225C-033E161C105D}"/>
                  </a:ext>
                </a:extLst>
              </p:cNvPr>
              <p:cNvSpPr/>
              <p:nvPr/>
            </p:nvSpPr>
            <p:spPr>
              <a:xfrm>
                <a:off x="7312037" y="1894578"/>
                <a:ext cx="3907090" cy="1341564"/>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705575"/>
                    </a:solidFill>
                  </a:rPr>
                  <a:t>A widget which allows for us to put string of characters together with different styling options.</a:t>
                </a:r>
              </a:p>
            </p:txBody>
          </p:sp>
          <p:sp>
            <p:nvSpPr>
              <p:cNvPr id="35" name="Rectangle 34">
                <a:extLst>
                  <a:ext uri="{FF2B5EF4-FFF2-40B4-BE49-F238E27FC236}">
                    <a16:creationId xmlns:a16="http://schemas.microsoft.com/office/drawing/2014/main" id="{CF8343B1-D770-84AC-DDDD-8A26363AAF77}"/>
                  </a:ext>
                </a:extLst>
              </p:cNvPr>
              <p:cNvSpPr/>
              <p:nvPr/>
            </p:nvSpPr>
            <p:spPr>
              <a:xfrm>
                <a:off x="6100897" y="1830368"/>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sz="3600">
                    <a:solidFill>
                      <a:srgbClr val="415F91"/>
                    </a:solidFill>
                  </a:rPr>
                  <a:t>Tx</a:t>
                </a:r>
              </a:p>
              <a:p>
                <a:pPr algn="ctr"/>
                <a:endParaRPr lang="en-US"/>
              </a:p>
              <a:p>
                <a:pPr algn="ctr"/>
                <a:r>
                  <a:rPr lang="en-US">
                    <a:solidFill>
                      <a:srgbClr val="284777"/>
                    </a:solidFill>
                    <a:latin typeface="Aptos Light" panose="020B0004020202020204" pitchFamily="34" charset="0"/>
                  </a:rPr>
                  <a:t>Text</a:t>
                </a:r>
              </a:p>
            </p:txBody>
          </p:sp>
        </p:grpSp>
        <p:grpSp>
          <p:nvGrpSpPr>
            <p:cNvPr id="31" name="Group 30">
              <a:extLst>
                <a:ext uri="{FF2B5EF4-FFF2-40B4-BE49-F238E27FC236}">
                  <a16:creationId xmlns:a16="http://schemas.microsoft.com/office/drawing/2014/main" id="{A75A2510-1FD4-C848-415F-06EA576C3093}"/>
                </a:ext>
              </a:extLst>
            </p:cNvPr>
            <p:cNvGrpSpPr/>
            <p:nvPr/>
          </p:nvGrpSpPr>
          <p:grpSpPr>
            <a:xfrm>
              <a:off x="692436" y="5115580"/>
              <a:ext cx="5118230" cy="1469984"/>
              <a:chOff x="6100897" y="1830368"/>
              <a:chExt cx="5118230" cy="1469984"/>
            </a:xfrm>
          </p:grpSpPr>
          <p:sp>
            <p:nvSpPr>
              <p:cNvPr id="32" name="Rectangle 31">
                <a:extLst>
                  <a:ext uri="{FF2B5EF4-FFF2-40B4-BE49-F238E27FC236}">
                    <a16:creationId xmlns:a16="http://schemas.microsoft.com/office/drawing/2014/main" id="{7F791C2F-59D9-C70E-9A37-277D1FF8BAF3}"/>
                  </a:ext>
                </a:extLst>
              </p:cNvPr>
              <p:cNvSpPr/>
              <p:nvPr/>
            </p:nvSpPr>
            <p:spPr>
              <a:xfrm>
                <a:off x="7312037" y="1894578"/>
                <a:ext cx="3907090" cy="1341564"/>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705575"/>
                    </a:solidFill>
                  </a:rPr>
                  <a:t>A widget which allows for us to</a:t>
                </a:r>
              </a:p>
              <a:p>
                <a:pPr algn="ctr"/>
                <a:r>
                  <a:rPr lang="en-US">
                    <a:solidFill>
                      <a:srgbClr val="705575"/>
                    </a:solidFill>
                  </a:rPr>
                  <a:t>paint images onto the screen with different styling options.</a:t>
                </a:r>
              </a:p>
            </p:txBody>
          </p:sp>
          <p:sp>
            <p:nvSpPr>
              <p:cNvPr id="33" name="Rectangle 32">
                <a:extLst>
                  <a:ext uri="{FF2B5EF4-FFF2-40B4-BE49-F238E27FC236}">
                    <a16:creationId xmlns:a16="http://schemas.microsoft.com/office/drawing/2014/main" id="{1841EAC9-E4FF-E762-4FEC-EFF5836B5E40}"/>
                  </a:ext>
                </a:extLst>
              </p:cNvPr>
              <p:cNvSpPr/>
              <p:nvPr/>
            </p:nvSpPr>
            <p:spPr>
              <a:xfrm>
                <a:off x="6100897" y="1830368"/>
                <a:ext cx="1469984" cy="146998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r>
                  <a:rPr lang="en-US">
                    <a:solidFill>
                      <a:srgbClr val="284777"/>
                    </a:solidFill>
                    <a:latin typeface="Aptos Light" panose="020B0004020202020204" pitchFamily="34" charset="0"/>
                  </a:rPr>
                  <a:t>Image</a:t>
                </a:r>
              </a:p>
            </p:txBody>
          </p:sp>
        </p:grpSp>
      </p:grpSp>
      <p:sp>
        <p:nvSpPr>
          <p:cNvPr id="38" name="Rectangle 37">
            <a:extLst>
              <a:ext uri="{FF2B5EF4-FFF2-40B4-BE49-F238E27FC236}">
                <a16:creationId xmlns:a16="http://schemas.microsoft.com/office/drawing/2014/main" id="{4CF5DA67-0FAA-7979-CEFC-F5E55954A0B6}"/>
              </a:ext>
            </a:extLst>
          </p:cNvPr>
          <p:cNvSpPr/>
          <p:nvPr/>
        </p:nvSpPr>
        <p:spPr>
          <a:xfrm>
            <a:off x="946189" y="2070842"/>
            <a:ext cx="962478" cy="867679"/>
          </a:xfrm>
          <a:prstGeom prst="rect">
            <a:avLst/>
          </a:prstGeom>
          <a:solidFill>
            <a:srgbClr val="415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F278E919-C7D8-7B6E-3E76-1F8F025DFA4D}"/>
              </a:ext>
            </a:extLst>
          </p:cNvPr>
          <p:cNvGrpSpPr/>
          <p:nvPr/>
        </p:nvGrpSpPr>
        <p:grpSpPr>
          <a:xfrm>
            <a:off x="968690" y="3716539"/>
            <a:ext cx="917476" cy="850628"/>
            <a:chOff x="1081074" y="2081472"/>
            <a:chExt cx="816869" cy="757351"/>
          </a:xfrm>
        </p:grpSpPr>
        <p:sp>
          <p:nvSpPr>
            <p:cNvPr id="39" name="Right Arrow 38">
              <a:extLst>
                <a:ext uri="{FF2B5EF4-FFF2-40B4-BE49-F238E27FC236}">
                  <a16:creationId xmlns:a16="http://schemas.microsoft.com/office/drawing/2014/main" id="{6E11B5B1-E81E-67DF-0ED2-1F830FC614B8}"/>
                </a:ext>
              </a:extLst>
            </p:cNvPr>
            <p:cNvSpPr/>
            <p:nvPr/>
          </p:nvSpPr>
          <p:spPr>
            <a:xfrm>
              <a:off x="1421659" y="2081472"/>
              <a:ext cx="476284" cy="471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Arrow 39">
              <a:extLst>
                <a:ext uri="{FF2B5EF4-FFF2-40B4-BE49-F238E27FC236}">
                  <a16:creationId xmlns:a16="http://schemas.microsoft.com/office/drawing/2014/main" id="{51411B55-CE48-8A8B-9AC1-285A1E4102E6}"/>
                </a:ext>
              </a:extLst>
            </p:cNvPr>
            <p:cNvSpPr/>
            <p:nvPr/>
          </p:nvSpPr>
          <p:spPr>
            <a:xfrm rot="10800000">
              <a:off x="1081074" y="2366991"/>
              <a:ext cx="476284" cy="471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F362511-29EB-0F51-C5B5-FEBDC3C5050A}"/>
              </a:ext>
            </a:extLst>
          </p:cNvPr>
          <p:cNvGrpSpPr/>
          <p:nvPr/>
        </p:nvGrpSpPr>
        <p:grpSpPr>
          <a:xfrm rot="16200000">
            <a:off x="968486" y="5339848"/>
            <a:ext cx="917476" cy="850628"/>
            <a:chOff x="1081074" y="2081472"/>
            <a:chExt cx="816869" cy="757351"/>
          </a:xfrm>
        </p:grpSpPr>
        <p:sp>
          <p:nvSpPr>
            <p:cNvPr id="43" name="Right Arrow 42">
              <a:extLst>
                <a:ext uri="{FF2B5EF4-FFF2-40B4-BE49-F238E27FC236}">
                  <a16:creationId xmlns:a16="http://schemas.microsoft.com/office/drawing/2014/main" id="{66E87690-74FE-C78B-AAF1-F751F6BA329A}"/>
                </a:ext>
              </a:extLst>
            </p:cNvPr>
            <p:cNvSpPr/>
            <p:nvPr/>
          </p:nvSpPr>
          <p:spPr>
            <a:xfrm>
              <a:off x="1421659" y="2081472"/>
              <a:ext cx="476284" cy="471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a:extLst>
                <a:ext uri="{FF2B5EF4-FFF2-40B4-BE49-F238E27FC236}">
                  <a16:creationId xmlns:a16="http://schemas.microsoft.com/office/drawing/2014/main" id="{FA57EE42-0E4F-FA57-DF85-00B2DB910430}"/>
                </a:ext>
              </a:extLst>
            </p:cNvPr>
            <p:cNvSpPr/>
            <p:nvPr/>
          </p:nvSpPr>
          <p:spPr>
            <a:xfrm rot="10800000">
              <a:off x="1081074" y="2366991"/>
              <a:ext cx="476284" cy="471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9D0DD42D-3DC9-3E9E-FC83-157E648AB46E}"/>
              </a:ext>
            </a:extLst>
          </p:cNvPr>
          <p:cNvGrpSpPr/>
          <p:nvPr/>
        </p:nvGrpSpPr>
        <p:grpSpPr>
          <a:xfrm>
            <a:off x="6438154" y="2107309"/>
            <a:ext cx="777804" cy="765826"/>
            <a:chOff x="6354650" y="2027531"/>
            <a:chExt cx="777804" cy="765826"/>
          </a:xfrm>
        </p:grpSpPr>
        <p:sp>
          <p:nvSpPr>
            <p:cNvPr id="45" name="Rectangle 44">
              <a:extLst>
                <a:ext uri="{FF2B5EF4-FFF2-40B4-BE49-F238E27FC236}">
                  <a16:creationId xmlns:a16="http://schemas.microsoft.com/office/drawing/2014/main" id="{C7F0B61E-D72C-A039-2EE2-0877F7AAA0C0}"/>
                </a:ext>
              </a:extLst>
            </p:cNvPr>
            <p:cNvSpPr/>
            <p:nvPr/>
          </p:nvSpPr>
          <p:spPr>
            <a:xfrm>
              <a:off x="6354650" y="2027531"/>
              <a:ext cx="473004" cy="461026"/>
            </a:xfrm>
            <a:prstGeom prst="rect">
              <a:avLst/>
            </a:prstGeom>
            <a:solidFill>
              <a:srgbClr val="415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688032B-FD33-5EDD-5B53-B34487D8F642}"/>
                </a:ext>
              </a:extLst>
            </p:cNvPr>
            <p:cNvSpPr/>
            <p:nvPr/>
          </p:nvSpPr>
          <p:spPr>
            <a:xfrm>
              <a:off x="6507050" y="2179931"/>
              <a:ext cx="473004" cy="461026"/>
            </a:xfrm>
            <a:prstGeom prst="rect">
              <a:avLst/>
            </a:prstGeom>
            <a:solidFill>
              <a:srgbClr val="7055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5575"/>
                </a:solidFill>
              </a:endParaRPr>
            </a:p>
          </p:txBody>
        </p:sp>
        <p:sp>
          <p:nvSpPr>
            <p:cNvPr id="51" name="Rectangle 50">
              <a:extLst>
                <a:ext uri="{FF2B5EF4-FFF2-40B4-BE49-F238E27FC236}">
                  <a16:creationId xmlns:a16="http://schemas.microsoft.com/office/drawing/2014/main" id="{0DAF9249-24D8-04C4-1E2E-E741568F4577}"/>
                </a:ext>
              </a:extLst>
            </p:cNvPr>
            <p:cNvSpPr/>
            <p:nvPr/>
          </p:nvSpPr>
          <p:spPr>
            <a:xfrm>
              <a:off x="6659450" y="2332331"/>
              <a:ext cx="473004" cy="461026"/>
            </a:xfrm>
            <a:prstGeom prst="rect">
              <a:avLst/>
            </a:prstGeom>
            <a:solidFill>
              <a:srgbClr val="283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83FDAEAE-EB7A-C3DC-3199-C5260655D698}"/>
              </a:ext>
            </a:extLst>
          </p:cNvPr>
          <p:cNvGrpSpPr/>
          <p:nvPr/>
        </p:nvGrpSpPr>
        <p:grpSpPr>
          <a:xfrm>
            <a:off x="6364068" y="5326293"/>
            <a:ext cx="925975" cy="914400"/>
            <a:chOff x="-6447099" y="-1967696"/>
            <a:chExt cx="925975" cy="914400"/>
          </a:xfrm>
        </p:grpSpPr>
        <p:sp>
          <p:nvSpPr>
            <p:cNvPr id="54" name="Rectangle 53">
              <a:extLst>
                <a:ext uri="{FF2B5EF4-FFF2-40B4-BE49-F238E27FC236}">
                  <a16:creationId xmlns:a16="http://schemas.microsoft.com/office/drawing/2014/main" id="{23390C75-F066-F5E0-C170-4B5B12F1B244}"/>
                </a:ext>
              </a:extLst>
            </p:cNvPr>
            <p:cNvSpPr/>
            <p:nvPr/>
          </p:nvSpPr>
          <p:spPr>
            <a:xfrm>
              <a:off x="-6435524" y="-1967696"/>
              <a:ext cx="914400" cy="914400"/>
            </a:xfrm>
            <a:prstGeom prst="rect">
              <a:avLst/>
            </a:prstGeom>
            <a:solidFill>
              <a:srgbClr val="415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riangle 54">
              <a:extLst>
                <a:ext uri="{FF2B5EF4-FFF2-40B4-BE49-F238E27FC236}">
                  <a16:creationId xmlns:a16="http://schemas.microsoft.com/office/drawing/2014/main" id="{AD2171F6-A11C-0D3B-2980-3F82A18D7057}"/>
                </a:ext>
              </a:extLst>
            </p:cNvPr>
            <p:cNvSpPr/>
            <p:nvPr/>
          </p:nvSpPr>
          <p:spPr>
            <a:xfrm>
              <a:off x="-6447099" y="-1539434"/>
              <a:ext cx="821803" cy="486137"/>
            </a:xfrm>
            <a:prstGeom prst="triangle">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riangle 55">
              <a:extLst>
                <a:ext uri="{FF2B5EF4-FFF2-40B4-BE49-F238E27FC236}">
                  <a16:creationId xmlns:a16="http://schemas.microsoft.com/office/drawing/2014/main" id="{CC124530-DBCD-AFBD-CA8A-FC6683B30F8D}"/>
                </a:ext>
              </a:extLst>
            </p:cNvPr>
            <p:cNvSpPr/>
            <p:nvPr/>
          </p:nvSpPr>
          <p:spPr>
            <a:xfrm>
              <a:off x="-5926239" y="-1342663"/>
              <a:ext cx="405115" cy="289365"/>
            </a:xfrm>
            <a:prstGeom prst="triangle">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473420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A976C5C6-B487-493A-6C25-DC788E3C3796}"/>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B66677E7-7ED6-214D-142E-E4E1305F3A5E}"/>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586F9F92-B8CB-1EA6-ECDA-48DB8D687581}"/>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87D2C4CB-1139-7894-CF06-DD5B1DAAF702}"/>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BD6B8402-FE6B-53E1-A293-18C52E8EC658}"/>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01A556BA-DEAA-7112-F371-AB1D5B79EC98}"/>
              </a:ext>
            </a:extLst>
          </p:cNvPr>
          <p:cNvSpPr txBox="1"/>
          <p:nvPr/>
        </p:nvSpPr>
        <p:spPr>
          <a:xfrm>
            <a:off x="3016929" y="101067"/>
            <a:ext cx="6158161" cy="707886"/>
          </a:xfrm>
          <a:prstGeom prst="rect">
            <a:avLst/>
          </a:prstGeom>
          <a:noFill/>
        </p:spPr>
        <p:txBody>
          <a:bodyPr wrap="none" rtlCol="0">
            <a:spAutoFit/>
          </a:bodyPr>
          <a:lstStyle/>
          <a:p>
            <a:pPr algn="ctr"/>
            <a:r>
              <a:rPr lang="en-US" sz="4000">
                <a:solidFill>
                  <a:srgbClr val="415F91"/>
                </a:solidFill>
              </a:rPr>
              <a:t>Stateless &amp; Stateful Widget</a:t>
            </a:r>
          </a:p>
        </p:txBody>
      </p:sp>
      <p:sp>
        <p:nvSpPr>
          <p:cNvPr id="8" name="TextBox 7">
            <a:extLst>
              <a:ext uri="{FF2B5EF4-FFF2-40B4-BE49-F238E27FC236}">
                <a16:creationId xmlns:a16="http://schemas.microsoft.com/office/drawing/2014/main" id="{246AB51D-F291-3EDE-C9F0-FC236DCC7F8C}"/>
              </a:ext>
            </a:extLst>
          </p:cNvPr>
          <p:cNvSpPr txBox="1"/>
          <p:nvPr/>
        </p:nvSpPr>
        <p:spPr>
          <a:xfrm>
            <a:off x="886588" y="986964"/>
            <a:ext cx="10418820" cy="923330"/>
          </a:xfrm>
          <a:prstGeom prst="rect">
            <a:avLst/>
          </a:prstGeom>
          <a:noFill/>
        </p:spPr>
        <p:txBody>
          <a:bodyPr wrap="square" rtlCol="0">
            <a:spAutoFit/>
          </a:bodyPr>
          <a:lstStyle/>
          <a:p>
            <a:pPr algn="ctr"/>
            <a:r>
              <a:rPr lang="en-US">
                <a:solidFill>
                  <a:srgbClr val="191C20"/>
                </a:solidFill>
              </a:rPr>
              <a:t>Flutter’s Widgets can be either stateless, meaning they don’t interact or update.</a:t>
            </a:r>
          </a:p>
          <a:p>
            <a:pPr algn="ctr"/>
            <a:r>
              <a:rPr lang="en-US">
                <a:solidFill>
                  <a:srgbClr val="191C20"/>
                </a:solidFill>
              </a:rPr>
              <a:t>Stateful means they can update, for example a count to increment a value. </a:t>
            </a:r>
          </a:p>
          <a:p>
            <a:pPr algn="ctr"/>
            <a:endParaRPr lang="en-US">
              <a:solidFill>
                <a:srgbClr val="191C20"/>
              </a:solidFill>
            </a:endParaRPr>
          </a:p>
        </p:txBody>
      </p:sp>
      <p:sp>
        <p:nvSpPr>
          <p:cNvPr id="7" name="Rectangle 6">
            <a:extLst>
              <a:ext uri="{FF2B5EF4-FFF2-40B4-BE49-F238E27FC236}">
                <a16:creationId xmlns:a16="http://schemas.microsoft.com/office/drawing/2014/main" id="{6D4DBD5C-726C-2E86-3FBD-15E0D9C2B1AE}"/>
              </a:ext>
            </a:extLst>
          </p:cNvPr>
          <p:cNvSpPr/>
          <p:nvPr/>
        </p:nvSpPr>
        <p:spPr>
          <a:xfrm>
            <a:off x="1414490" y="1626343"/>
            <a:ext cx="4298586" cy="4700864"/>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84777"/>
                </a:solidFill>
                <a:latin typeface="Manrope SemiBold" pitchFamily="2" charset="0"/>
              </a:rPr>
              <a:t>STATELESS WIDGET</a:t>
            </a:r>
          </a:p>
          <a:p>
            <a:pPr algn="ctr"/>
            <a:endParaRPr lang="en-US" b="1">
              <a:solidFill>
                <a:srgbClr val="284777"/>
              </a:solidFill>
              <a:latin typeface="Manrope SemiBold" pitchFamily="2" charset="0"/>
            </a:endParaRPr>
          </a:p>
          <a:p>
            <a:pPr algn="ctr"/>
            <a:r>
              <a:rPr lang="en-US">
                <a:solidFill>
                  <a:srgbClr val="284777"/>
                </a:solidFill>
                <a:latin typeface="Manrope" pitchFamily="2" charset="0"/>
              </a:rPr>
              <a:t>State does not change after the widget is created.</a:t>
            </a:r>
          </a:p>
          <a:p>
            <a:pPr algn="ctr"/>
            <a:endParaRPr lang="en-US">
              <a:solidFill>
                <a:srgbClr val="284777"/>
              </a:solidFill>
              <a:latin typeface="Manrope" pitchFamily="2" charset="0"/>
            </a:endParaRPr>
          </a:p>
          <a:p>
            <a:pPr algn="ctr"/>
            <a:r>
              <a:rPr lang="en-US">
                <a:solidFill>
                  <a:srgbClr val="284777"/>
                </a:solidFill>
                <a:latin typeface="Manrope" pitchFamily="2" charset="0"/>
              </a:rPr>
              <a:t>Suitable for static (Unchanging) content.</a:t>
            </a:r>
          </a:p>
          <a:p>
            <a:pPr algn="ctr"/>
            <a:endParaRPr lang="en-US">
              <a:solidFill>
                <a:srgbClr val="284777"/>
              </a:solidFill>
              <a:latin typeface="Manrope" pitchFamily="2" charset="0"/>
            </a:endParaRPr>
          </a:p>
          <a:p>
            <a:pPr algn="ctr"/>
            <a:r>
              <a:rPr lang="en-US">
                <a:solidFill>
                  <a:srgbClr val="284777"/>
                </a:solidFill>
                <a:latin typeface="Manrope" pitchFamily="2" charset="0"/>
              </a:rPr>
              <a:t>Does not have </a:t>
            </a:r>
            <a:r>
              <a:rPr lang="en-US" err="1">
                <a:solidFill>
                  <a:srgbClr val="284777"/>
                </a:solidFill>
                <a:latin typeface="Manrope" pitchFamily="2" charset="0"/>
              </a:rPr>
              <a:t>setState</a:t>
            </a:r>
            <a:r>
              <a:rPr lang="en-US">
                <a:solidFill>
                  <a:srgbClr val="284777"/>
                </a:solidFill>
                <a:latin typeface="Manrope" pitchFamily="2" charset="0"/>
              </a:rPr>
              <a:t>()</a:t>
            </a:r>
          </a:p>
          <a:p>
            <a:pPr algn="ctr"/>
            <a:endParaRPr lang="en-US">
              <a:solidFill>
                <a:srgbClr val="284777"/>
              </a:solidFill>
              <a:latin typeface="Manrope" pitchFamily="2" charset="0"/>
            </a:endParaRPr>
          </a:p>
          <a:p>
            <a:pPr algn="ctr"/>
            <a:r>
              <a:rPr lang="en-US">
                <a:solidFill>
                  <a:srgbClr val="284777"/>
                </a:solidFill>
                <a:latin typeface="Manrope" pitchFamily="2" charset="0"/>
              </a:rPr>
              <a:t>Text, Icon, Images, etc..</a:t>
            </a:r>
          </a:p>
          <a:p>
            <a:pPr algn="ctr"/>
            <a:endParaRPr lang="en-US">
              <a:solidFill>
                <a:srgbClr val="284777"/>
              </a:solidFill>
              <a:latin typeface="Manrope" pitchFamily="2" charset="0"/>
            </a:endParaRPr>
          </a:p>
          <a:p>
            <a:pPr algn="ctr"/>
            <a:r>
              <a:rPr lang="en-US">
                <a:solidFill>
                  <a:srgbClr val="284777"/>
                </a:solidFill>
                <a:latin typeface="Manrope" pitchFamily="2" charset="0"/>
              </a:rPr>
              <a:t>Simple and light weight for fixed content</a:t>
            </a:r>
          </a:p>
        </p:txBody>
      </p:sp>
      <p:sp>
        <p:nvSpPr>
          <p:cNvPr id="12" name="Rectangle 11">
            <a:extLst>
              <a:ext uri="{FF2B5EF4-FFF2-40B4-BE49-F238E27FC236}">
                <a16:creationId xmlns:a16="http://schemas.microsoft.com/office/drawing/2014/main" id="{A3B0E664-0F5F-7B5A-BEDC-A65AACBC822B}"/>
              </a:ext>
            </a:extLst>
          </p:cNvPr>
          <p:cNvSpPr/>
          <p:nvPr/>
        </p:nvSpPr>
        <p:spPr>
          <a:xfrm>
            <a:off x="6393657" y="1626342"/>
            <a:ext cx="4298586" cy="4700863"/>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rgbClr val="573E5C"/>
                </a:solidFill>
                <a:latin typeface="Manrope SemiBold" pitchFamily="2" charset="0"/>
                <a:ea typeface="Calibri"/>
                <a:cs typeface="Calibri"/>
              </a:rPr>
              <a:t>STATEFUL WIDGET</a:t>
            </a:r>
          </a:p>
          <a:p>
            <a:pPr algn="ctr"/>
            <a:endParaRPr lang="en-GB" b="1">
              <a:solidFill>
                <a:srgbClr val="573E5C"/>
              </a:solidFill>
              <a:latin typeface="Manrope SemiBold" pitchFamily="2" charset="0"/>
              <a:ea typeface="Calibri"/>
              <a:cs typeface="Calibri"/>
            </a:endParaRPr>
          </a:p>
          <a:p>
            <a:pPr algn="ctr"/>
            <a:r>
              <a:rPr lang="en-GB">
                <a:solidFill>
                  <a:srgbClr val="573E5C"/>
                </a:solidFill>
                <a:latin typeface="Manrope" pitchFamily="2" charset="0"/>
                <a:ea typeface="Calibri"/>
                <a:cs typeface="Calibri"/>
              </a:rPr>
              <a:t>State can change while the app is running.</a:t>
            </a:r>
          </a:p>
          <a:p>
            <a:pPr algn="ctr"/>
            <a:endParaRPr lang="en-GB">
              <a:solidFill>
                <a:srgbClr val="573E5C"/>
              </a:solidFill>
              <a:latin typeface="Manrope" pitchFamily="2" charset="0"/>
              <a:ea typeface="Calibri"/>
              <a:cs typeface="Calibri"/>
            </a:endParaRPr>
          </a:p>
          <a:p>
            <a:pPr algn="ctr"/>
            <a:r>
              <a:rPr lang="en-GB">
                <a:solidFill>
                  <a:srgbClr val="573E5C"/>
                </a:solidFill>
                <a:latin typeface="Manrope" pitchFamily="2" charset="0"/>
                <a:ea typeface="Calibri"/>
                <a:cs typeface="Calibri"/>
              </a:rPr>
              <a:t>Suitable for interactive or changing content.</a:t>
            </a:r>
          </a:p>
          <a:p>
            <a:pPr algn="ctr"/>
            <a:endParaRPr lang="en-GB">
              <a:solidFill>
                <a:srgbClr val="573E5C"/>
              </a:solidFill>
              <a:latin typeface="Manrope" pitchFamily="2" charset="0"/>
              <a:ea typeface="Calibri"/>
              <a:cs typeface="Calibri"/>
            </a:endParaRPr>
          </a:p>
          <a:p>
            <a:pPr algn="ctr"/>
            <a:r>
              <a:rPr lang="en-GB">
                <a:solidFill>
                  <a:srgbClr val="573E5C"/>
                </a:solidFill>
                <a:latin typeface="Manrope"/>
                <a:ea typeface="Calibri"/>
                <a:cs typeface="Calibri"/>
              </a:rPr>
              <a:t>Uses useState() to update the UI when needed.</a:t>
            </a:r>
          </a:p>
          <a:p>
            <a:pPr algn="ctr"/>
            <a:endParaRPr lang="en-GB">
              <a:solidFill>
                <a:srgbClr val="573E5C"/>
              </a:solidFill>
              <a:latin typeface="Manrope" pitchFamily="2" charset="0"/>
              <a:ea typeface="Calibri"/>
              <a:cs typeface="Calibri"/>
            </a:endParaRPr>
          </a:p>
          <a:p>
            <a:pPr algn="ctr"/>
            <a:r>
              <a:rPr lang="en-GB">
                <a:solidFill>
                  <a:srgbClr val="573E5C"/>
                </a:solidFill>
                <a:latin typeface="Manrope"/>
                <a:ea typeface="Calibri"/>
                <a:cs typeface="Calibri"/>
              </a:rPr>
              <a:t>Checkbox, TextField, counter</a:t>
            </a:r>
          </a:p>
          <a:p>
            <a:pPr algn="ctr"/>
            <a:endParaRPr lang="en-GB">
              <a:solidFill>
                <a:srgbClr val="573E5C"/>
              </a:solidFill>
              <a:latin typeface="Manrope" pitchFamily="2" charset="0"/>
              <a:ea typeface="Calibri"/>
              <a:cs typeface="Calibri"/>
            </a:endParaRPr>
          </a:p>
          <a:p>
            <a:pPr algn="ctr"/>
            <a:r>
              <a:rPr lang="en-GB">
                <a:solidFill>
                  <a:srgbClr val="573E5C"/>
                </a:solidFill>
                <a:latin typeface="Manrope" pitchFamily="2" charset="0"/>
                <a:ea typeface="Calibri"/>
                <a:cs typeface="Calibri"/>
              </a:rPr>
              <a:t>Useful when responding to user interaction</a:t>
            </a:r>
          </a:p>
        </p:txBody>
      </p:sp>
    </p:spTree>
    <p:extLst>
      <p:ext uri="{BB962C8B-B14F-4D97-AF65-F5344CB8AC3E}">
        <p14:creationId xmlns:p14="http://schemas.microsoft.com/office/powerpoint/2010/main" val="1909679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DB345C44-E679-0014-91E3-86D2AA4FE400}"/>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5FF8106-D5CD-259E-8E7E-0662C1C186B4}"/>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946C660C-EC8F-4D5A-7D5C-43A63D3D0B51}"/>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C6E0395B-8A8F-6D19-877A-3D9703132ACD}"/>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74742FF7-BB1E-939A-4427-A2906804A7DA}"/>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B4351A18-0480-CA87-F3F0-0A7577986577}"/>
              </a:ext>
            </a:extLst>
          </p:cNvPr>
          <p:cNvSpPr txBox="1"/>
          <p:nvPr/>
        </p:nvSpPr>
        <p:spPr>
          <a:xfrm>
            <a:off x="2822267" y="101067"/>
            <a:ext cx="6547498" cy="707886"/>
          </a:xfrm>
          <a:prstGeom prst="rect">
            <a:avLst/>
          </a:prstGeom>
          <a:noFill/>
        </p:spPr>
        <p:txBody>
          <a:bodyPr wrap="none" rtlCol="0">
            <a:spAutoFit/>
          </a:bodyPr>
          <a:lstStyle/>
          <a:p>
            <a:pPr algn="ctr"/>
            <a:r>
              <a:rPr lang="en-US" sz="4000">
                <a:solidFill>
                  <a:srgbClr val="415F91"/>
                </a:solidFill>
              </a:rPr>
              <a:t>Code Example &amp; Explanation</a:t>
            </a:r>
          </a:p>
        </p:txBody>
      </p:sp>
      <p:sp>
        <p:nvSpPr>
          <p:cNvPr id="8" name="TextBox 7">
            <a:extLst>
              <a:ext uri="{FF2B5EF4-FFF2-40B4-BE49-F238E27FC236}">
                <a16:creationId xmlns:a16="http://schemas.microsoft.com/office/drawing/2014/main" id="{B1284C07-41A0-75EE-D270-8682EE1B785D}"/>
              </a:ext>
            </a:extLst>
          </p:cNvPr>
          <p:cNvSpPr txBox="1"/>
          <p:nvPr/>
        </p:nvSpPr>
        <p:spPr>
          <a:xfrm>
            <a:off x="886588" y="986964"/>
            <a:ext cx="10418820" cy="646331"/>
          </a:xfrm>
          <a:prstGeom prst="rect">
            <a:avLst/>
          </a:prstGeom>
          <a:noFill/>
        </p:spPr>
        <p:txBody>
          <a:bodyPr wrap="square" rtlCol="0">
            <a:spAutoFit/>
          </a:bodyPr>
          <a:lstStyle/>
          <a:p>
            <a:pPr algn="ctr"/>
            <a:r>
              <a:rPr lang="en-US">
                <a:solidFill>
                  <a:srgbClr val="191C20"/>
                </a:solidFill>
              </a:rPr>
              <a:t>Below is basic code to display “Hello Flutter”</a:t>
            </a:r>
            <a:br>
              <a:rPr lang="en-US">
                <a:solidFill>
                  <a:srgbClr val="191C20"/>
                </a:solidFill>
              </a:rPr>
            </a:br>
            <a:r>
              <a:rPr lang="en-US">
                <a:solidFill>
                  <a:srgbClr val="191C20"/>
                </a:solidFill>
              </a:rPr>
              <a:t>Here a basic explanation on each line.</a:t>
            </a:r>
          </a:p>
        </p:txBody>
      </p:sp>
      <p:pic>
        <p:nvPicPr>
          <p:cNvPr id="10" name="Picture 9">
            <a:extLst>
              <a:ext uri="{FF2B5EF4-FFF2-40B4-BE49-F238E27FC236}">
                <a16:creationId xmlns:a16="http://schemas.microsoft.com/office/drawing/2014/main" id="{F31DA15B-C619-5A7C-90DE-11AB467EA2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179" y="2327369"/>
            <a:ext cx="12045638" cy="2203262"/>
          </a:xfrm>
          <a:prstGeom prst="rect">
            <a:avLst/>
          </a:prstGeom>
        </p:spPr>
      </p:pic>
    </p:spTree>
    <p:extLst>
      <p:ext uri="{BB962C8B-B14F-4D97-AF65-F5344CB8AC3E}">
        <p14:creationId xmlns:p14="http://schemas.microsoft.com/office/powerpoint/2010/main" val="27069335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12009003-5BBE-EBE6-F077-7492AD52475C}"/>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E8C110-8D2A-1A0F-5B23-04E3D5DAF586}"/>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B7F2109C-3EE1-5702-E27A-36BCEC9872C1}"/>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A8F9E511-DC57-0E19-2919-A1FD4700A7E9}"/>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73AAE5F6-A957-326A-6106-7C1F2517C2C2}"/>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6DE3A7AF-4613-AEDC-2629-266D0E05C296}"/>
              </a:ext>
            </a:extLst>
          </p:cNvPr>
          <p:cNvSpPr txBox="1"/>
          <p:nvPr/>
        </p:nvSpPr>
        <p:spPr>
          <a:xfrm>
            <a:off x="3985347" y="101067"/>
            <a:ext cx="4221348" cy="707886"/>
          </a:xfrm>
          <a:prstGeom prst="rect">
            <a:avLst/>
          </a:prstGeom>
          <a:noFill/>
        </p:spPr>
        <p:txBody>
          <a:bodyPr wrap="none" rtlCol="0">
            <a:spAutoFit/>
          </a:bodyPr>
          <a:lstStyle/>
          <a:p>
            <a:pPr algn="ctr"/>
            <a:r>
              <a:rPr lang="en-US" sz="4000">
                <a:solidFill>
                  <a:srgbClr val="415F91"/>
                </a:solidFill>
              </a:rPr>
              <a:t>Flutter in a system</a:t>
            </a:r>
          </a:p>
        </p:txBody>
      </p:sp>
      <p:grpSp>
        <p:nvGrpSpPr>
          <p:cNvPr id="57" name="Group 56">
            <a:extLst>
              <a:ext uri="{FF2B5EF4-FFF2-40B4-BE49-F238E27FC236}">
                <a16:creationId xmlns:a16="http://schemas.microsoft.com/office/drawing/2014/main" id="{34AEC049-F0C5-1465-892D-3E4DA4D777FB}"/>
              </a:ext>
            </a:extLst>
          </p:cNvPr>
          <p:cNvGrpSpPr/>
          <p:nvPr/>
        </p:nvGrpSpPr>
        <p:grpSpPr>
          <a:xfrm>
            <a:off x="1288562" y="1009008"/>
            <a:ext cx="10145227" cy="3803012"/>
            <a:chOff x="1160182" y="1009008"/>
            <a:chExt cx="10145227" cy="3803012"/>
          </a:xfrm>
        </p:grpSpPr>
        <p:sp>
          <p:nvSpPr>
            <p:cNvPr id="7" name="Rectangle 6">
              <a:extLst>
                <a:ext uri="{FF2B5EF4-FFF2-40B4-BE49-F238E27FC236}">
                  <a16:creationId xmlns:a16="http://schemas.microsoft.com/office/drawing/2014/main" id="{67E74173-8D60-406B-7DB7-002919AB0DA3}"/>
                </a:ext>
              </a:extLst>
            </p:cNvPr>
            <p:cNvSpPr/>
            <p:nvPr/>
          </p:nvSpPr>
          <p:spPr>
            <a:xfrm>
              <a:off x="1160182" y="1139776"/>
              <a:ext cx="2707843" cy="3556222"/>
            </a:xfrm>
            <a:prstGeom prst="rect">
              <a:avLst/>
            </a:prstGeom>
            <a:solidFill>
              <a:srgbClr val="FFDA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BA1A1A"/>
                  </a:solidFill>
                </a:rPr>
                <a:t>Flutter App</a:t>
              </a: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p:txBody>
        </p:sp>
        <p:sp>
          <p:nvSpPr>
            <p:cNvPr id="16" name="Rectangle 15">
              <a:extLst>
                <a:ext uri="{FF2B5EF4-FFF2-40B4-BE49-F238E27FC236}">
                  <a16:creationId xmlns:a16="http://schemas.microsoft.com/office/drawing/2014/main" id="{23631EAF-00B8-F985-370F-DCE1DA83E32A}"/>
                </a:ext>
              </a:extLst>
            </p:cNvPr>
            <p:cNvSpPr/>
            <p:nvPr/>
          </p:nvSpPr>
          <p:spPr>
            <a:xfrm>
              <a:off x="7346040" y="1009008"/>
              <a:ext cx="3175026" cy="3541408"/>
            </a:xfrm>
            <a:prstGeom prst="rect">
              <a:avLst/>
            </a:prstGeom>
            <a:solidFill>
              <a:srgbClr val="DAE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705575"/>
                  </a:solidFill>
                </a:rPr>
                <a:t>Backend Server</a:t>
              </a: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DAE2F9"/>
                </a:solidFill>
              </a:endParaRPr>
            </a:p>
          </p:txBody>
        </p:sp>
        <p:sp>
          <p:nvSpPr>
            <p:cNvPr id="19" name="Rectangle 18">
              <a:extLst>
                <a:ext uri="{FF2B5EF4-FFF2-40B4-BE49-F238E27FC236}">
                  <a16:creationId xmlns:a16="http://schemas.microsoft.com/office/drawing/2014/main" id="{4D8B80F8-499E-5FF0-CABE-16F574089A41}"/>
                </a:ext>
              </a:extLst>
            </p:cNvPr>
            <p:cNvSpPr/>
            <p:nvPr/>
          </p:nvSpPr>
          <p:spPr>
            <a:xfrm>
              <a:off x="4671489" y="2194937"/>
              <a:ext cx="1871087" cy="116955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rgbClr val="415F91"/>
                  </a:solidFill>
                </a:rPr>
                <a:t>Rest API</a:t>
              </a:r>
              <a:endParaRPr lang="en-US" sz="3200">
                <a:solidFill>
                  <a:srgbClr val="DAE2F9"/>
                </a:solidFill>
              </a:endParaRPr>
            </a:p>
          </p:txBody>
        </p:sp>
        <p:sp>
          <p:nvSpPr>
            <p:cNvPr id="13" name="Rectangle 12">
              <a:extLst>
                <a:ext uri="{FF2B5EF4-FFF2-40B4-BE49-F238E27FC236}">
                  <a16:creationId xmlns:a16="http://schemas.microsoft.com/office/drawing/2014/main" id="{C134EAE0-6BF0-9B21-A0A7-0B9F83DA6F05}"/>
                </a:ext>
              </a:extLst>
            </p:cNvPr>
            <p:cNvSpPr/>
            <p:nvPr/>
          </p:nvSpPr>
          <p:spPr>
            <a:xfrm>
              <a:off x="8933553" y="2679128"/>
              <a:ext cx="2371856" cy="2132892"/>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705575"/>
                  </a:solidFill>
                </a:rPr>
                <a:t>Database</a:t>
              </a: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p>
          </p:txBody>
        </p:sp>
        <p:pic>
          <p:nvPicPr>
            <p:cNvPr id="26" name="Picture 25">
              <a:extLst>
                <a:ext uri="{FF2B5EF4-FFF2-40B4-BE49-F238E27FC236}">
                  <a16:creationId xmlns:a16="http://schemas.microsoft.com/office/drawing/2014/main" id="{BDD98D84-FA5C-D8C5-CB68-1302EDD1B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1817" y="2246951"/>
              <a:ext cx="2454140" cy="2454140"/>
            </a:xfrm>
            <a:prstGeom prst="rect">
              <a:avLst/>
            </a:prstGeom>
          </p:spPr>
        </p:pic>
        <p:pic>
          <p:nvPicPr>
            <p:cNvPr id="27" name="Picture 26" descr="Flutter Logo | SVG | Real Company | Alphabet, Letter F Logo">
              <a:extLst>
                <a:ext uri="{FF2B5EF4-FFF2-40B4-BE49-F238E27FC236}">
                  <a16:creationId xmlns:a16="http://schemas.microsoft.com/office/drawing/2014/main" id="{5AB9FFC8-E138-6A17-D11D-9A4B079475F4}"/>
                </a:ext>
              </a:extLst>
            </p:cNvPr>
            <p:cNvPicPr>
              <a:picLocks noChangeAspect="1"/>
            </p:cNvPicPr>
            <p:nvPr/>
          </p:nvPicPr>
          <p:blipFill>
            <a:blip r:embed="rId3"/>
            <a:srcRect l="17220" t="21619" r="18346" b="21579"/>
            <a:stretch>
              <a:fillRect/>
            </a:stretch>
          </p:blipFill>
          <p:spPr>
            <a:xfrm>
              <a:off x="1586487" y="2905012"/>
              <a:ext cx="1844800" cy="1626260"/>
            </a:xfrm>
            <a:prstGeom prst="rect">
              <a:avLst/>
            </a:prstGeom>
          </p:spPr>
        </p:pic>
        <p:grpSp>
          <p:nvGrpSpPr>
            <p:cNvPr id="32" name="Group 31">
              <a:extLst>
                <a:ext uri="{FF2B5EF4-FFF2-40B4-BE49-F238E27FC236}">
                  <a16:creationId xmlns:a16="http://schemas.microsoft.com/office/drawing/2014/main" id="{7AC36A11-49CD-AB59-5E50-E6B3BAC4422E}"/>
                </a:ext>
              </a:extLst>
            </p:cNvPr>
            <p:cNvGrpSpPr/>
            <p:nvPr/>
          </p:nvGrpSpPr>
          <p:grpSpPr>
            <a:xfrm>
              <a:off x="9627029" y="3450730"/>
              <a:ext cx="1049928" cy="1361290"/>
              <a:chOff x="9797361" y="3546944"/>
              <a:chExt cx="1049928" cy="1361290"/>
            </a:xfrm>
          </p:grpSpPr>
          <p:sp>
            <p:nvSpPr>
              <p:cNvPr id="29" name="Rectangle 28">
                <a:extLst>
                  <a:ext uri="{FF2B5EF4-FFF2-40B4-BE49-F238E27FC236}">
                    <a16:creationId xmlns:a16="http://schemas.microsoft.com/office/drawing/2014/main" id="{79C6A7BA-F780-764E-5123-AD6311802C20}"/>
                  </a:ext>
                </a:extLst>
              </p:cNvPr>
              <p:cNvSpPr/>
              <p:nvPr/>
            </p:nvSpPr>
            <p:spPr>
              <a:xfrm>
                <a:off x="9797618" y="3546944"/>
                <a:ext cx="1049671" cy="1023089"/>
              </a:xfrm>
              <a:prstGeom prst="rect">
                <a:avLst/>
              </a:prstGeom>
              <a:solidFill>
                <a:srgbClr val="415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F2828F0-5418-B0E3-2EEE-F795599634C9}"/>
                  </a:ext>
                </a:extLst>
              </p:cNvPr>
              <p:cNvSpPr/>
              <p:nvPr/>
            </p:nvSpPr>
            <p:spPr>
              <a:xfrm>
                <a:off x="9797490" y="3885144"/>
                <a:ext cx="1049671" cy="1023089"/>
              </a:xfrm>
              <a:prstGeom prst="rect">
                <a:avLst/>
              </a:prstGeom>
              <a:solidFill>
                <a:srgbClr val="7055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5575"/>
                  </a:solidFill>
                </a:endParaRPr>
              </a:p>
            </p:txBody>
          </p:sp>
          <p:sp>
            <p:nvSpPr>
              <p:cNvPr id="31" name="Rectangle 30">
                <a:extLst>
                  <a:ext uri="{FF2B5EF4-FFF2-40B4-BE49-F238E27FC236}">
                    <a16:creationId xmlns:a16="http://schemas.microsoft.com/office/drawing/2014/main" id="{7DD453B8-BF79-F9E8-0BC5-1D758F9726CD}"/>
                  </a:ext>
                </a:extLst>
              </p:cNvPr>
              <p:cNvSpPr/>
              <p:nvPr/>
            </p:nvSpPr>
            <p:spPr>
              <a:xfrm>
                <a:off x="9797361" y="4279392"/>
                <a:ext cx="1049671" cy="628842"/>
              </a:xfrm>
              <a:prstGeom prst="rect">
                <a:avLst/>
              </a:prstGeom>
              <a:solidFill>
                <a:srgbClr val="283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a16:creationId xmlns:a16="http://schemas.microsoft.com/office/drawing/2014/main" id="{0B3AD55E-1775-9B9F-37C4-0B73A4F52747}"/>
                </a:ext>
              </a:extLst>
            </p:cNvPr>
            <p:cNvCxnSpPr>
              <a:cxnSpLocks/>
            </p:cNvCxnSpPr>
            <p:nvPr/>
          </p:nvCxnSpPr>
          <p:spPr>
            <a:xfrm>
              <a:off x="10321885" y="1865312"/>
              <a:ext cx="0" cy="806853"/>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19510549-04B7-F058-4CD2-82A498E77B3A}"/>
                </a:ext>
              </a:extLst>
            </p:cNvPr>
            <p:cNvCxnSpPr>
              <a:cxnSpLocks/>
            </p:cNvCxnSpPr>
            <p:nvPr/>
          </p:nvCxnSpPr>
          <p:spPr>
            <a:xfrm>
              <a:off x="9627029" y="1872275"/>
              <a:ext cx="0" cy="806853"/>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4CFBF442-F472-C404-9D8C-85CAA4C4AB49}"/>
                </a:ext>
              </a:extLst>
            </p:cNvPr>
            <p:cNvCxnSpPr>
              <a:cxnSpLocks/>
            </p:cNvCxnSpPr>
            <p:nvPr/>
          </p:nvCxnSpPr>
          <p:spPr>
            <a:xfrm>
              <a:off x="3868025" y="2404808"/>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086DF537-361C-911B-E5BC-9EB026C3E0C5}"/>
                </a:ext>
              </a:extLst>
            </p:cNvPr>
            <p:cNvCxnSpPr>
              <a:cxnSpLocks/>
            </p:cNvCxnSpPr>
            <p:nvPr/>
          </p:nvCxnSpPr>
          <p:spPr>
            <a:xfrm>
              <a:off x="3868025" y="3188144"/>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1A3AE059-6263-B053-D4EC-C10D6350C4C6}"/>
                </a:ext>
              </a:extLst>
            </p:cNvPr>
            <p:cNvCxnSpPr>
              <a:cxnSpLocks/>
            </p:cNvCxnSpPr>
            <p:nvPr/>
          </p:nvCxnSpPr>
          <p:spPr>
            <a:xfrm>
              <a:off x="6542576" y="3166808"/>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143C134E-ABE9-9FCA-EA8A-D530A4089429}"/>
                </a:ext>
              </a:extLst>
            </p:cNvPr>
            <p:cNvCxnSpPr>
              <a:cxnSpLocks/>
            </p:cNvCxnSpPr>
            <p:nvPr/>
          </p:nvCxnSpPr>
          <p:spPr>
            <a:xfrm>
              <a:off x="6550746" y="2404808"/>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TextBox 50">
              <a:extLst>
                <a:ext uri="{FF2B5EF4-FFF2-40B4-BE49-F238E27FC236}">
                  <a16:creationId xmlns:a16="http://schemas.microsoft.com/office/drawing/2014/main" id="{322EF072-A93C-9C4C-F728-F0AA5E424616}"/>
                </a:ext>
              </a:extLst>
            </p:cNvPr>
            <p:cNvSpPr txBox="1"/>
            <p:nvPr/>
          </p:nvSpPr>
          <p:spPr>
            <a:xfrm>
              <a:off x="3635373" y="2052334"/>
              <a:ext cx="1269961" cy="338554"/>
            </a:xfrm>
            <a:prstGeom prst="rect">
              <a:avLst/>
            </a:prstGeom>
            <a:noFill/>
          </p:spPr>
          <p:txBody>
            <a:bodyPr wrap="square" rtlCol="0">
              <a:spAutoFit/>
            </a:bodyPr>
            <a:lstStyle/>
            <a:p>
              <a:pPr algn="ctr"/>
              <a:r>
                <a:rPr lang="en-US" sz="1600">
                  <a:latin typeface="Aptos Light" panose="020B0004020202020204" pitchFamily="34" charset="0"/>
                </a:rPr>
                <a:t>&gt; Request &gt;</a:t>
              </a:r>
            </a:p>
          </p:txBody>
        </p:sp>
        <p:sp>
          <p:nvSpPr>
            <p:cNvPr id="52" name="TextBox 51">
              <a:extLst>
                <a:ext uri="{FF2B5EF4-FFF2-40B4-BE49-F238E27FC236}">
                  <a16:creationId xmlns:a16="http://schemas.microsoft.com/office/drawing/2014/main" id="{AA14734C-3263-0331-DBCE-5C8956A39618}"/>
                </a:ext>
              </a:extLst>
            </p:cNvPr>
            <p:cNvSpPr txBox="1"/>
            <p:nvPr/>
          </p:nvSpPr>
          <p:spPr>
            <a:xfrm>
              <a:off x="6347318" y="2066254"/>
              <a:ext cx="1269961" cy="338554"/>
            </a:xfrm>
            <a:prstGeom prst="rect">
              <a:avLst/>
            </a:prstGeom>
            <a:noFill/>
          </p:spPr>
          <p:txBody>
            <a:bodyPr wrap="square" rtlCol="0">
              <a:spAutoFit/>
            </a:bodyPr>
            <a:lstStyle/>
            <a:p>
              <a:pPr algn="ctr"/>
              <a:r>
                <a:rPr lang="en-US" sz="1600">
                  <a:latin typeface="Aptos Light" panose="020B0004020202020204" pitchFamily="34" charset="0"/>
                </a:rPr>
                <a:t>&gt; Request &gt;</a:t>
              </a:r>
            </a:p>
          </p:txBody>
        </p:sp>
        <p:sp>
          <p:nvSpPr>
            <p:cNvPr id="53" name="TextBox 52">
              <a:extLst>
                <a:ext uri="{FF2B5EF4-FFF2-40B4-BE49-F238E27FC236}">
                  <a16:creationId xmlns:a16="http://schemas.microsoft.com/office/drawing/2014/main" id="{3E42C4ED-515A-7649-EE85-9A25C58E3791}"/>
                </a:ext>
              </a:extLst>
            </p:cNvPr>
            <p:cNvSpPr txBox="1"/>
            <p:nvPr/>
          </p:nvSpPr>
          <p:spPr>
            <a:xfrm rot="5400000">
              <a:off x="9872442" y="2129498"/>
              <a:ext cx="1269961" cy="338554"/>
            </a:xfrm>
            <a:prstGeom prst="rect">
              <a:avLst/>
            </a:prstGeom>
            <a:noFill/>
          </p:spPr>
          <p:txBody>
            <a:bodyPr wrap="square" rtlCol="0">
              <a:spAutoFit/>
            </a:bodyPr>
            <a:lstStyle/>
            <a:p>
              <a:pPr algn="ctr"/>
              <a:r>
                <a:rPr lang="en-US" sz="1600">
                  <a:latin typeface="Aptos Light" panose="020B0004020202020204" pitchFamily="34" charset="0"/>
                </a:rPr>
                <a:t>&gt; Query &gt;</a:t>
              </a:r>
            </a:p>
          </p:txBody>
        </p:sp>
        <p:sp>
          <p:nvSpPr>
            <p:cNvPr id="54" name="TextBox 53">
              <a:extLst>
                <a:ext uri="{FF2B5EF4-FFF2-40B4-BE49-F238E27FC236}">
                  <a16:creationId xmlns:a16="http://schemas.microsoft.com/office/drawing/2014/main" id="{0BC20863-9392-AF47-722C-FBAF4B83E06D}"/>
                </a:ext>
              </a:extLst>
            </p:cNvPr>
            <p:cNvSpPr txBox="1"/>
            <p:nvPr/>
          </p:nvSpPr>
          <p:spPr>
            <a:xfrm rot="16200000">
              <a:off x="8735329" y="2067909"/>
              <a:ext cx="1269961" cy="338554"/>
            </a:xfrm>
            <a:prstGeom prst="rect">
              <a:avLst/>
            </a:prstGeom>
            <a:noFill/>
          </p:spPr>
          <p:txBody>
            <a:bodyPr wrap="square" rtlCol="0">
              <a:spAutoFit/>
            </a:bodyPr>
            <a:lstStyle/>
            <a:p>
              <a:pPr algn="ctr"/>
              <a:r>
                <a:rPr lang="en-US" sz="1600">
                  <a:latin typeface="Aptos Light" panose="020B0004020202020204" pitchFamily="34" charset="0"/>
                </a:rPr>
                <a:t>&gt; Data &gt;</a:t>
              </a:r>
            </a:p>
          </p:txBody>
        </p:sp>
        <p:sp>
          <p:nvSpPr>
            <p:cNvPr id="55" name="TextBox 54">
              <a:extLst>
                <a:ext uri="{FF2B5EF4-FFF2-40B4-BE49-F238E27FC236}">
                  <a16:creationId xmlns:a16="http://schemas.microsoft.com/office/drawing/2014/main" id="{84822925-4A83-2E0E-83BF-77E14357151F}"/>
                </a:ext>
              </a:extLst>
            </p:cNvPr>
            <p:cNvSpPr txBox="1"/>
            <p:nvPr/>
          </p:nvSpPr>
          <p:spPr>
            <a:xfrm>
              <a:off x="6309327" y="3166807"/>
              <a:ext cx="1269961" cy="338554"/>
            </a:xfrm>
            <a:prstGeom prst="rect">
              <a:avLst/>
            </a:prstGeom>
            <a:noFill/>
          </p:spPr>
          <p:txBody>
            <a:bodyPr wrap="square" rtlCol="0">
              <a:spAutoFit/>
            </a:bodyPr>
            <a:lstStyle/>
            <a:p>
              <a:pPr algn="ctr"/>
              <a:r>
                <a:rPr lang="en-US" sz="1600">
                  <a:latin typeface="Aptos Light" panose="020B0004020202020204" pitchFamily="34" charset="0"/>
                </a:rPr>
                <a:t>&lt; Data &lt;</a:t>
              </a:r>
            </a:p>
          </p:txBody>
        </p:sp>
        <p:sp>
          <p:nvSpPr>
            <p:cNvPr id="56" name="TextBox 55">
              <a:extLst>
                <a:ext uri="{FF2B5EF4-FFF2-40B4-BE49-F238E27FC236}">
                  <a16:creationId xmlns:a16="http://schemas.microsoft.com/office/drawing/2014/main" id="{F4FBB3B9-0080-73CB-59FB-1138CF1710F5}"/>
                </a:ext>
              </a:extLst>
            </p:cNvPr>
            <p:cNvSpPr txBox="1"/>
            <p:nvPr/>
          </p:nvSpPr>
          <p:spPr>
            <a:xfrm>
              <a:off x="3599770" y="3188144"/>
              <a:ext cx="1269961" cy="338554"/>
            </a:xfrm>
            <a:prstGeom prst="rect">
              <a:avLst/>
            </a:prstGeom>
            <a:noFill/>
          </p:spPr>
          <p:txBody>
            <a:bodyPr wrap="square" rtlCol="0">
              <a:spAutoFit/>
            </a:bodyPr>
            <a:lstStyle/>
            <a:p>
              <a:pPr algn="ctr"/>
              <a:r>
                <a:rPr lang="en-US" sz="1600">
                  <a:latin typeface="Aptos Light" panose="020B0004020202020204" pitchFamily="34" charset="0"/>
                </a:rPr>
                <a:t>&lt; Data &lt;</a:t>
              </a:r>
            </a:p>
          </p:txBody>
        </p:sp>
      </p:grpSp>
      <p:sp>
        <p:nvSpPr>
          <p:cNvPr id="59" name="TextBox 58">
            <a:extLst>
              <a:ext uri="{FF2B5EF4-FFF2-40B4-BE49-F238E27FC236}">
                <a16:creationId xmlns:a16="http://schemas.microsoft.com/office/drawing/2014/main" id="{95A49F06-7579-185B-B79E-FA23E6098B47}"/>
              </a:ext>
            </a:extLst>
          </p:cNvPr>
          <p:cNvSpPr txBox="1"/>
          <p:nvPr/>
        </p:nvSpPr>
        <p:spPr>
          <a:xfrm>
            <a:off x="4027877" y="4930554"/>
            <a:ext cx="3605893" cy="1754326"/>
          </a:xfrm>
          <a:prstGeom prst="rect">
            <a:avLst/>
          </a:prstGeom>
          <a:noFill/>
        </p:spPr>
        <p:txBody>
          <a:bodyPr wrap="square">
            <a:spAutoFit/>
          </a:bodyPr>
          <a:lstStyle/>
          <a:p>
            <a:pPr algn="ctr"/>
            <a:r>
              <a:rPr lang="en-GB" sz="1800">
                <a:ea typeface="Calibri"/>
                <a:cs typeface="Calibri"/>
              </a:rPr>
              <a:t>Flutter sends a request. </a:t>
            </a:r>
          </a:p>
          <a:p>
            <a:pPr algn="ctr"/>
            <a:r>
              <a:rPr lang="en-GB" sz="1800">
                <a:ea typeface="Calibri"/>
                <a:cs typeface="Calibri"/>
              </a:rPr>
              <a:t>The API receives the request. </a:t>
            </a:r>
          </a:p>
          <a:p>
            <a:pPr algn="ctr"/>
            <a:r>
              <a:rPr lang="en-GB" sz="1800">
                <a:ea typeface="Calibri"/>
                <a:cs typeface="Calibri"/>
              </a:rPr>
              <a:t>The backend processes it. </a:t>
            </a:r>
          </a:p>
          <a:p>
            <a:pPr algn="ctr"/>
            <a:r>
              <a:rPr lang="en-GB" sz="1800">
                <a:ea typeface="Calibri"/>
                <a:cs typeface="Calibri"/>
              </a:rPr>
              <a:t>The database provides the data. </a:t>
            </a:r>
          </a:p>
          <a:p>
            <a:pPr algn="ctr"/>
            <a:r>
              <a:rPr lang="en-GB" sz="1800">
                <a:ea typeface="Calibri"/>
                <a:cs typeface="Calibri"/>
              </a:rPr>
              <a:t>The response returns to Flutter. </a:t>
            </a:r>
          </a:p>
          <a:p>
            <a:pPr algn="ctr"/>
            <a:r>
              <a:rPr lang="en-GB" sz="1800">
                <a:ea typeface="Calibri"/>
                <a:cs typeface="Calibri"/>
              </a:rPr>
              <a:t>Flutter displays the result.</a:t>
            </a:r>
          </a:p>
        </p:txBody>
      </p:sp>
      <p:sp>
        <p:nvSpPr>
          <p:cNvPr id="63" name="Rectangle 62">
            <a:extLst>
              <a:ext uri="{FF2B5EF4-FFF2-40B4-BE49-F238E27FC236}">
                <a16:creationId xmlns:a16="http://schemas.microsoft.com/office/drawing/2014/main" id="{5D65A667-E10B-1B68-0DB2-074EA012D164}"/>
              </a:ext>
            </a:extLst>
          </p:cNvPr>
          <p:cNvSpPr/>
          <p:nvPr/>
        </p:nvSpPr>
        <p:spPr>
          <a:xfrm rot="5400000">
            <a:off x="-1977264" y="4084528"/>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B20F6A06-4B4C-3363-4DA1-0037673BD4FF}"/>
              </a:ext>
            </a:extLst>
          </p:cNvPr>
          <p:cNvSpPr txBox="1"/>
          <p:nvPr/>
        </p:nvSpPr>
        <p:spPr>
          <a:xfrm>
            <a:off x="0" y="8174551"/>
            <a:ext cx="3646447" cy="1754326"/>
          </a:xfrm>
          <a:prstGeom prst="rect">
            <a:avLst/>
          </a:prstGeom>
          <a:noFill/>
        </p:spPr>
        <p:txBody>
          <a:bodyPr wrap="none" rtlCol="0">
            <a:spAutoFit/>
          </a:bodyPr>
          <a:lstStyle/>
          <a:p>
            <a:r>
              <a:rPr lang="en-GB">
                <a:ea typeface="Calibri"/>
                <a:cs typeface="Calibri"/>
              </a:rPr>
              <a:t>A company wants to create an app </a:t>
            </a:r>
          </a:p>
          <a:p>
            <a:r>
              <a:rPr lang="en-GB">
                <a:ea typeface="Calibri"/>
                <a:cs typeface="Calibri"/>
              </a:rPr>
              <a:t>where customers can:</a:t>
            </a:r>
          </a:p>
          <a:p>
            <a:pPr marL="285750" indent="-285750">
              <a:buFont typeface="Arial"/>
              <a:buChar char="•"/>
            </a:pPr>
            <a:r>
              <a:rPr lang="en-GB">
                <a:ea typeface="Calibri"/>
                <a:cs typeface="Calibri"/>
              </a:rPr>
              <a:t>Browse products</a:t>
            </a:r>
          </a:p>
          <a:p>
            <a:pPr marL="285750" indent="-285750">
              <a:buFont typeface="Arial"/>
              <a:buChar char="•"/>
            </a:pPr>
            <a:r>
              <a:rPr lang="en-GB">
                <a:ea typeface="Calibri"/>
                <a:cs typeface="Calibri"/>
              </a:rPr>
              <a:t>View product details</a:t>
            </a:r>
          </a:p>
          <a:p>
            <a:pPr marL="285750" indent="-285750">
              <a:buFont typeface="Arial"/>
              <a:buChar char="•"/>
            </a:pPr>
            <a:r>
              <a:rPr lang="en-GB">
                <a:ea typeface="Calibri"/>
                <a:cs typeface="Calibri"/>
              </a:rPr>
              <a:t>Add products to a basket</a:t>
            </a:r>
          </a:p>
          <a:p>
            <a:pPr marL="285750" indent="-285750">
              <a:buFont typeface="Arial"/>
              <a:buChar char="•"/>
            </a:pPr>
            <a:r>
              <a:rPr lang="en-GB">
                <a:ea typeface="Calibri"/>
                <a:cs typeface="Calibri"/>
              </a:rPr>
              <a:t>Place orders</a:t>
            </a:r>
          </a:p>
        </p:txBody>
      </p:sp>
      <p:sp>
        <p:nvSpPr>
          <p:cNvPr id="65" name="TextBox 64">
            <a:extLst>
              <a:ext uri="{FF2B5EF4-FFF2-40B4-BE49-F238E27FC236}">
                <a16:creationId xmlns:a16="http://schemas.microsoft.com/office/drawing/2014/main" id="{5E8BEA2A-D8BA-CB19-350E-092961068AB0}"/>
              </a:ext>
            </a:extLst>
          </p:cNvPr>
          <p:cNvSpPr txBox="1"/>
          <p:nvPr/>
        </p:nvSpPr>
        <p:spPr>
          <a:xfrm>
            <a:off x="4254208" y="8136182"/>
            <a:ext cx="7287768" cy="1754326"/>
          </a:xfrm>
          <a:prstGeom prst="rect">
            <a:avLst/>
          </a:prstGeom>
          <a:noFill/>
        </p:spPr>
        <p:txBody>
          <a:bodyPr wrap="square">
            <a:spAutoFit/>
          </a:bodyPr>
          <a:lstStyle/>
          <a:p>
            <a:r>
              <a:rPr lang="en-GB">
                <a:ea typeface="Calibri"/>
                <a:cs typeface="Calibri"/>
              </a:rPr>
              <a:t>Flutter can help with this.</a:t>
            </a:r>
          </a:p>
          <a:p>
            <a:pPr marL="285750" indent="-285750">
              <a:buFont typeface="Arial"/>
              <a:buChar char="•"/>
            </a:pPr>
            <a:r>
              <a:rPr lang="en-GB">
                <a:ea typeface="Calibri"/>
                <a:cs typeface="Calibri"/>
              </a:rPr>
              <a:t>Flutter creates the mobile user interface.</a:t>
            </a:r>
          </a:p>
          <a:p>
            <a:pPr marL="285750" indent="-285750">
              <a:buFont typeface="Arial"/>
              <a:buChar char="•"/>
            </a:pPr>
            <a:r>
              <a:rPr lang="en-GB">
                <a:ea typeface="Calibri"/>
                <a:cs typeface="Calibri"/>
              </a:rPr>
              <a:t>Customers interact with buttons, images and product lists.</a:t>
            </a:r>
          </a:p>
          <a:p>
            <a:pPr marL="285750" indent="-285750">
              <a:buFont typeface="Arial"/>
              <a:buChar char="•"/>
            </a:pPr>
            <a:r>
              <a:rPr lang="en-GB">
                <a:ea typeface="Calibri"/>
                <a:cs typeface="Calibri"/>
              </a:rPr>
              <a:t>Flutter communicates with a REST API to send and receive data.</a:t>
            </a:r>
          </a:p>
          <a:p>
            <a:pPr marL="285750" indent="-285750">
              <a:buFont typeface="Arial"/>
              <a:buChar char="•"/>
            </a:pPr>
            <a:r>
              <a:rPr lang="en-GB">
                <a:ea typeface="Calibri"/>
                <a:cs typeface="Calibri"/>
              </a:rPr>
              <a:t>The backend processes requests and works with the database.</a:t>
            </a:r>
          </a:p>
          <a:p>
            <a:pPr marL="285750" indent="-285750">
              <a:buFont typeface="Arial"/>
              <a:buChar char="•"/>
            </a:pPr>
            <a:r>
              <a:rPr lang="en-GB">
                <a:ea typeface="Calibri"/>
                <a:cs typeface="Calibri"/>
              </a:rPr>
              <a:t>Flutter displays the returned information to the customer.</a:t>
            </a:r>
          </a:p>
        </p:txBody>
      </p:sp>
    </p:spTree>
    <p:extLst>
      <p:ext uri="{BB962C8B-B14F-4D97-AF65-F5344CB8AC3E}">
        <p14:creationId xmlns:p14="http://schemas.microsoft.com/office/powerpoint/2010/main" val="28750951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3450B77A-6E75-D97A-BA90-EC6C2A24411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489D11BD-8942-3A94-A9DB-FA05F81724EE}"/>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B19F434C-5040-E6F9-96E0-9FB9F610AF03}"/>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3CBFFD4D-E854-1DB1-AE0C-AD1C335DB756}"/>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AD359FA7-2682-AE24-958D-6477EC41445F}"/>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14" name="Rectangle 13">
            <a:extLst>
              <a:ext uri="{FF2B5EF4-FFF2-40B4-BE49-F238E27FC236}">
                <a16:creationId xmlns:a16="http://schemas.microsoft.com/office/drawing/2014/main" id="{A8BD2654-E79D-9879-C981-A5F630E88D99}"/>
              </a:ext>
            </a:extLst>
          </p:cNvPr>
          <p:cNvSpPr/>
          <p:nvPr/>
        </p:nvSpPr>
        <p:spPr>
          <a:xfrm rot="5400000">
            <a:off x="-1977264" y="1076152"/>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6314F79-41BE-3AA9-65C6-08AC9C4A1027}"/>
              </a:ext>
            </a:extLst>
          </p:cNvPr>
          <p:cNvSpPr txBox="1"/>
          <p:nvPr/>
        </p:nvSpPr>
        <p:spPr>
          <a:xfrm>
            <a:off x="3985347" y="101067"/>
            <a:ext cx="4221348" cy="707886"/>
          </a:xfrm>
          <a:prstGeom prst="rect">
            <a:avLst/>
          </a:prstGeom>
          <a:noFill/>
        </p:spPr>
        <p:txBody>
          <a:bodyPr wrap="none" rtlCol="0">
            <a:spAutoFit/>
          </a:bodyPr>
          <a:lstStyle/>
          <a:p>
            <a:pPr algn="ctr"/>
            <a:r>
              <a:rPr lang="en-US" sz="4000">
                <a:solidFill>
                  <a:srgbClr val="415F91"/>
                </a:solidFill>
              </a:rPr>
              <a:t>Flutter in a system</a:t>
            </a:r>
          </a:p>
        </p:txBody>
      </p:sp>
      <p:grpSp>
        <p:nvGrpSpPr>
          <p:cNvPr id="57" name="Group 56">
            <a:extLst>
              <a:ext uri="{FF2B5EF4-FFF2-40B4-BE49-F238E27FC236}">
                <a16:creationId xmlns:a16="http://schemas.microsoft.com/office/drawing/2014/main" id="{52295E32-791C-12C1-B82D-8F27E496A3F6}"/>
              </a:ext>
            </a:extLst>
          </p:cNvPr>
          <p:cNvGrpSpPr/>
          <p:nvPr/>
        </p:nvGrpSpPr>
        <p:grpSpPr>
          <a:xfrm>
            <a:off x="1288562" y="1009008"/>
            <a:ext cx="10145227" cy="3803012"/>
            <a:chOff x="1160182" y="1009008"/>
            <a:chExt cx="10145227" cy="3803012"/>
          </a:xfrm>
        </p:grpSpPr>
        <p:sp>
          <p:nvSpPr>
            <p:cNvPr id="7" name="Rectangle 6">
              <a:extLst>
                <a:ext uri="{FF2B5EF4-FFF2-40B4-BE49-F238E27FC236}">
                  <a16:creationId xmlns:a16="http://schemas.microsoft.com/office/drawing/2014/main" id="{3157C3A6-A7A2-C0C7-1511-086704DB85FF}"/>
                </a:ext>
              </a:extLst>
            </p:cNvPr>
            <p:cNvSpPr/>
            <p:nvPr/>
          </p:nvSpPr>
          <p:spPr>
            <a:xfrm>
              <a:off x="1160182" y="1139776"/>
              <a:ext cx="2707843" cy="3556222"/>
            </a:xfrm>
            <a:prstGeom prst="rect">
              <a:avLst/>
            </a:prstGeom>
            <a:solidFill>
              <a:srgbClr val="FFDA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BA1A1A"/>
                  </a:solidFill>
                </a:rPr>
                <a:t>Flutter App</a:t>
              </a: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p:txBody>
        </p:sp>
        <p:sp>
          <p:nvSpPr>
            <p:cNvPr id="16" name="Rectangle 15">
              <a:extLst>
                <a:ext uri="{FF2B5EF4-FFF2-40B4-BE49-F238E27FC236}">
                  <a16:creationId xmlns:a16="http://schemas.microsoft.com/office/drawing/2014/main" id="{455BB42E-F001-C61A-2308-F10C210C4914}"/>
                </a:ext>
              </a:extLst>
            </p:cNvPr>
            <p:cNvSpPr/>
            <p:nvPr/>
          </p:nvSpPr>
          <p:spPr>
            <a:xfrm>
              <a:off x="7346040" y="1009008"/>
              <a:ext cx="3175026" cy="3541408"/>
            </a:xfrm>
            <a:prstGeom prst="rect">
              <a:avLst/>
            </a:prstGeom>
            <a:solidFill>
              <a:srgbClr val="DAE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705575"/>
                  </a:solidFill>
                </a:rPr>
                <a:t>Backend Server</a:t>
              </a: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DAE2F9"/>
                </a:solidFill>
              </a:endParaRPr>
            </a:p>
          </p:txBody>
        </p:sp>
        <p:sp>
          <p:nvSpPr>
            <p:cNvPr id="19" name="Rectangle 18">
              <a:extLst>
                <a:ext uri="{FF2B5EF4-FFF2-40B4-BE49-F238E27FC236}">
                  <a16:creationId xmlns:a16="http://schemas.microsoft.com/office/drawing/2014/main" id="{D2D4AC03-5BBC-BBE2-24C2-42369A45D5C0}"/>
                </a:ext>
              </a:extLst>
            </p:cNvPr>
            <p:cNvSpPr/>
            <p:nvPr/>
          </p:nvSpPr>
          <p:spPr>
            <a:xfrm>
              <a:off x="4671489" y="2194937"/>
              <a:ext cx="1871087" cy="116955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rgbClr val="415F91"/>
                  </a:solidFill>
                </a:rPr>
                <a:t>Rest API</a:t>
              </a:r>
              <a:endParaRPr lang="en-US" sz="3200">
                <a:solidFill>
                  <a:srgbClr val="DAE2F9"/>
                </a:solidFill>
              </a:endParaRPr>
            </a:p>
          </p:txBody>
        </p:sp>
        <p:sp>
          <p:nvSpPr>
            <p:cNvPr id="13" name="Rectangle 12">
              <a:extLst>
                <a:ext uri="{FF2B5EF4-FFF2-40B4-BE49-F238E27FC236}">
                  <a16:creationId xmlns:a16="http://schemas.microsoft.com/office/drawing/2014/main" id="{E6829E25-3F0B-CCB5-81F1-72F271B6D40C}"/>
                </a:ext>
              </a:extLst>
            </p:cNvPr>
            <p:cNvSpPr/>
            <p:nvPr/>
          </p:nvSpPr>
          <p:spPr>
            <a:xfrm>
              <a:off x="8933553" y="2679128"/>
              <a:ext cx="2371856" cy="2132892"/>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705575"/>
                  </a:solidFill>
                </a:rPr>
                <a:t>Database</a:t>
              </a: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solidFill>
                  <a:srgbClr val="705575"/>
                </a:solidFill>
              </a:endParaRPr>
            </a:p>
            <a:p>
              <a:pPr algn="ctr"/>
              <a:endParaRPr lang="en-US" sz="1600"/>
            </a:p>
          </p:txBody>
        </p:sp>
        <p:pic>
          <p:nvPicPr>
            <p:cNvPr id="26" name="Picture 25">
              <a:extLst>
                <a:ext uri="{FF2B5EF4-FFF2-40B4-BE49-F238E27FC236}">
                  <a16:creationId xmlns:a16="http://schemas.microsoft.com/office/drawing/2014/main" id="{4D157E59-FA04-3F24-15EC-B7C9880AF7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1817" y="2246951"/>
              <a:ext cx="2454140" cy="2454140"/>
            </a:xfrm>
            <a:prstGeom prst="rect">
              <a:avLst/>
            </a:prstGeom>
          </p:spPr>
        </p:pic>
        <p:pic>
          <p:nvPicPr>
            <p:cNvPr id="27" name="Picture 26" descr="Flutter Logo | SVG | Real Company | Alphabet, Letter F Logo">
              <a:extLst>
                <a:ext uri="{FF2B5EF4-FFF2-40B4-BE49-F238E27FC236}">
                  <a16:creationId xmlns:a16="http://schemas.microsoft.com/office/drawing/2014/main" id="{0074DB64-E5F9-DAAE-0038-E7D28DBABE51}"/>
                </a:ext>
              </a:extLst>
            </p:cNvPr>
            <p:cNvPicPr>
              <a:picLocks noChangeAspect="1"/>
            </p:cNvPicPr>
            <p:nvPr/>
          </p:nvPicPr>
          <p:blipFill>
            <a:blip r:embed="rId3"/>
            <a:srcRect l="17220" t="21619" r="18346" b="21579"/>
            <a:stretch>
              <a:fillRect/>
            </a:stretch>
          </p:blipFill>
          <p:spPr>
            <a:xfrm>
              <a:off x="1586487" y="2905012"/>
              <a:ext cx="1844800" cy="1626260"/>
            </a:xfrm>
            <a:prstGeom prst="rect">
              <a:avLst/>
            </a:prstGeom>
          </p:spPr>
        </p:pic>
        <p:grpSp>
          <p:nvGrpSpPr>
            <p:cNvPr id="32" name="Group 31">
              <a:extLst>
                <a:ext uri="{FF2B5EF4-FFF2-40B4-BE49-F238E27FC236}">
                  <a16:creationId xmlns:a16="http://schemas.microsoft.com/office/drawing/2014/main" id="{0467B735-3711-53E6-B281-6DBA7B74C08F}"/>
                </a:ext>
              </a:extLst>
            </p:cNvPr>
            <p:cNvGrpSpPr/>
            <p:nvPr/>
          </p:nvGrpSpPr>
          <p:grpSpPr>
            <a:xfrm>
              <a:off x="9627029" y="3450730"/>
              <a:ext cx="1049928" cy="1361290"/>
              <a:chOff x="9797361" y="3546944"/>
              <a:chExt cx="1049928" cy="1361290"/>
            </a:xfrm>
          </p:grpSpPr>
          <p:sp>
            <p:nvSpPr>
              <p:cNvPr id="29" name="Rectangle 28">
                <a:extLst>
                  <a:ext uri="{FF2B5EF4-FFF2-40B4-BE49-F238E27FC236}">
                    <a16:creationId xmlns:a16="http://schemas.microsoft.com/office/drawing/2014/main" id="{D47AA164-A40E-FBC4-EF6A-7C26DB838C26}"/>
                  </a:ext>
                </a:extLst>
              </p:cNvPr>
              <p:cNvSpPr/>
              <p:nvPr/>
            </p:nvSpPr>
            <p:spPr>
              <a:xfrm>
                <a:off x="9797618" y="3546944"/>
                <a:ext cx="1049671" cy="1023089"/>
              </a:xfrm>
              <a:prstGeom prst="rect">
                <a:avLst/>
              </a:prstGeom>
              <a:solidFill>
                <a:srgbClr val="415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854C857-92EC-80C2-16BA-4E320A6815C4}"/>
                  </a:ext>
                </a:extLst>
              </p:cNvPr>
              <p:cNvSpPr/>
              <p:nvPr/>
            </p:nvSpPr>
            <p:spPr>
              <a:xfrm>
                <a:off x="9797490" y="3885144"/>
                <a:ext cx="1049671" cy="1023089"/>
              </a:xfrm>
              <a:prstGeom prst="rect">
                <a:avLst/>
              </a:prstGeom>
              <a:solidFill>
                <a:srgbClr val="7055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5575"/>
                  </a:solidFill>
                </a:endParaRPr>
              </a:p>
            </p:txBody>
          </p:sp>
          <p:sp>
            <p:nvSpPr>
              <p:cNvPr id="31" name="Rectangle 30">
                <a:extLst>
                  <a:ext uri="{FF2B5EF4-FFF2-40B4-BE49-F238E27FC236}">
                    <a16:creationId xmlns:a16="http://schemas.microsoft.com/office/drawing/2014/main" id="{E7823656-8255-B382-5E16-DC7031E0FBB8}"/>
                  </a:ext>
                </a:extLst>
              </p:cNvPr>
              <p:cNvSpPr/>
              <p:nvPr/>
            </p:nvSpPr>
            <p:spPr>
              <a:xfrm>
                <a:off x="9797361" y="4279392"/>
                <a:ext cx="1049671" cy="628842"/>
              </a:xfrm>
              <a:prstGeom prst="rect">
                <a:avLst/>
              </a:prstGeom>
              <a:solidFill>
                <a:srgbClr val="283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a16:creationId xmlns:a16="http://schemas.microsoft.com/office/drawing/2014/main" id="{F89CE273-9761-617B-9024-DB6CDB88EB63}"/>
                </a:ext>
              </a:extLst>
            </p:cNvPr>
            <p:cNvCxnSpPr>
              <a:cxnSpLocks/>
            </p:cNvCxnSpPr>
            <p:nvPr/>
          </p:nvCxnSpPr>
          <p:spPr>
            <a:xfrm>
              <a:off x="10321885" y="1865312"/>
              <a:ext cx="0" cy="806853"/>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2A08107B-76D6-A2D3-159B-573BAB773909}"/>
                </a:ext>
              </a:extLst>
            </p:cNvPr>
            <p:cNvCxnSpPr>
              <a:cxnSpLocks/>
            </p:cNvCxnSpPr>
            <p:nvPr/>
          </p:nvCxnSpPr>
          <p:spPr>
            <a:xfrm>
              <a:off x="9627029" y="1872275"/>
              <a:ext cx="0" cy="806853"/>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2A5CEE45-E28E-1950-F522-A267224045B8}"/>
                </a:ext>
              </a:extLst>
            </p:cNvPr>
            <p:cNvCxnSpPr>
              <a:cxnSpLocks/>
            </p:cNvCxnSpPr>
            <p:nvPr/>
          </p:nvCxnSpPr>
          <p:spPr>
            <a:xfrm>
              <a:off x="3868025" y="2404808"/>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EBC8A301-2EFA-ADA8-01EE-2911FF2288AA}"/>
                </a:ext>
              </a:extLst>
            </p:cNvPr>
            <p:cNvCxnSpPr>
              <a:cxnSpLocks/>
            </p:cNvCxnSpPr>
            <p:nvPr/>
          </p:nvCxnSpPr>
          <p:spPr>
            <a:xfrm>
              <a:off x="3868025" y="3188144"/>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0E2A3CC4-9C06-F63B-0C63-59015ADF21BB}"/>
                </a:ext>
              </a:extLst>
            </p:cNvPr>
            <p:cNvCxnSpPr>
              <a:cxnSpLocks/>
            </p:cNvCxnSpPr>
            <p:nvPr/>
          </p:nvCxnSpPr>
          <p:spPr>
            <a:xfrm>
              <a:off x="6542576" y="3166808"/>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67EAC4FC-8943-C23C-43FA-82748C853B20}"/>
                </a:ext>
              </a:extLst>
            </p:cNvPr>
            <p:cNvCxnSpPr>
              <a:cxnSpLocks/>
            </p:cNvCxnSpPr>
            <p:nvPr/>
          </p:nvCxnSpPr>
          <p:spPr>
            <a:xfrm>
              <a:off x="6550746" y="2404808"/>
              <a:ext cx="803464" cy="0"/>
            </a:xfrm>
            <a:prstGeom prst="line">
              <a:avLst/>
            </a:prstGeom>
            <a:ln w="8890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TextBox 50">
              <a:extLst>
                <a:ext uri="{FF2B5EF4-FFF2-40B4-BE49-F238E27FC236}">
                  <a16:creationId xmlns:a16="http://schemas.microsoft.com/office/drawing/2014/main" id="{79CF9715-D1A9-D298-B29B-8E5268F060E5}"/>
                </a:ext>
              </a:extLst>
            </p:cNvPr>
            <p:cNvSpPr txBox="1"/>
            <p:nvPr/>
          </p:nvSpPr>
          <p:spPr>
            <a:xfrm>
              <a:off x="3635373" y="2052334"/>
              <a:ext cx="1269961" cy="338554"/>
            </a:xfrm>
            <a:prstGeom prst="rect">
              <a:avLst/>
            </a:prstGeom>
            <a:noFill/>
          </p:spPr>
          <p:txBody>
            <a:bodyPr wrap="square" rtlCol="0">
              <a:spAutoFit/>
            </a:bodyPr>
            <a:lstStyle/>
            <a:p>
              <a:pPr algn="ctr"/>
              <a:r>
                <a:rPr lang="en-US" sz="1600">
                  <a:latin typeface="Aptos Light" panose="020B0004020202020204" pitchFamily="34" charset="0"/>
                </a:rPr>
                <a:t>&gt; Request &gt;</a:t>
              </a:r>
            </a:p>
          </p:txBody>
        </p:sp>
        <p:sp>
          <p:nvSpPr>
            <p:cNvPr id="52" name="TextBox 51">
              <a:extLst>
                <a:ext uri="{FF2B5EF4-FFF2-40B4-BE49-F238E27FC236}">
                  <a16:creationId xmlns:a16="http://schemas.microsoft.com/office/drawing/2014/main" id="{F7AD1443-89A1-636C-A0C7-ED06BAAD4FA8}"/>
                </a:ext>
              </a:extLst>
            </p:cNvPr>
            <p:cNvSpPr txBox="1"/>
            <p:nvPr/>
          </p:nvSpPr>
          <p:spPr>
            <a:xfrm>
              <a:off x="6347318" y="2066254"/>
              <a:ext cx="1269961" cy="338554"/>
            </a:xfrm>
            <a:prstGeom prst="rect">
              <a:avLst/>
            </a:prstGeom>
            <a:noFill/>
          </p:spPr>
          <p:txBody>
            <a:bodyPr wrap="square" rtlCol="0">
              <a:spAutoFit/>
            </a:bodyPr>
            <a:lstStyle/>
            <a:p>
              <a:pPr algn="ctr"/>
              <a:r>
                <a:rPr lang="en-US" sz="1600">
                  <a:latin typeface="Aptos Light" panose="020B0004020202020204" pitchFamily="34" charset="0"/>
                </a:rPr>
                <a:t>&gt; Request &gt;</a:t>
              </a:r>
            </a:p>
          </p:txBody>
        </p:sp>
        <p:sp>
          <p:nvSpPr>
            <p:cNvPr id="53" name="TextBox 52">
              <a:extLst>
                <a:ext uri="{FF2B5EF4-FFF2-40B4-BE49-F238E27FC236}">
                  <a16:creationId xmlns:a16="http://schemas.microsoft.com/office/drawing/2014/main" id="{8CA53134-22F8-34B9-CA21-127651C8C74A}"/>
                </a:ext>
              </a:extLst>
            </p:cNvPr>
            <p:cNvSpPr txBox="1"/>
            <p:nvPr/>
          </p:nvSpPr>
          <p:spPr>
            <a:xfrm rot="5400000">
              <a:off x="9872442" y="2129498"/>
              <a:ext cx="1269961" cy="338554"/>
            </a:xfrm>
            <a:prstGeom prst="rect">
              <a:avLst/>
            </a:prstGeom>
            <a:noFill/>
          </p:spPr>
          <p:txBody>
            <a:bodyPr wrap="square" rtlCol="0">
              <a:spAutoFit/>
            </a:bodyPr>
            <a:lstStyle/>
            <a:p>
              <a:pPr algn="ctr"/>
              <a:r>
                <a:rPr lang="en-US" sz="1600">
                  <a:latin typeface="Aptos Light" panose="020B0004020202020204" pitchFamily="34" charset="0"/>
                </a:rPr>
                <a:t>&gt; Query &gt;</a:t>
              </a:r>
            </a:p>
          </p:txBody>
        </p:sp>
        <p:sp>
          <p:nvSpPr>
            <p:cNvPr id="54" name="TextBox 53">
              <a:extLst>
                <a:ext uri="{FF2B5EF4-FFF2-40B4-BE49-F238E27FC236}">
                  <a16:creationId xmlns:a16="http://schemas.microsoft.com/office/drawing/2014/main" id="{C41798B4-7EE1-22C5-D98B-EE117D9CB51E}"/>
                </a:ext>
              </a:extLst>
            </p:cNvPr>
            <p:cNvSpPr txBox="1"/>
            <p:nvPr/>
          </p:nvSpPr>
          <p:spPr>
            <a:xfrm rot="16200000">
              <a:off x="8735329" y="2067909"/>
              <a:ext cx="1269961" cy="338554"/>
            </a:xfrm>
            <a:prstGeom prst="rect">
              <a:avLst/>
            </a:prstGeom>
            <a:noFill/>
          </p:spPr>
          <p:txBody>
            <a:bodyPr wrap="square" rtlCol="0">
              <a:spAutoFit/>
            </a:bodyPr>
            <a:lstStyle/>
            <a:p>
              <a:pPr algn="ctr"/>
              <a:r>
                <a:rPr lang="en-US" sz="1600">
                  <a:latin typeface="Aptos Light" panose="020B0004020202020204" pitchFamily="34" charset="0"/>
                </a:rPr>
                <a:t>&gt; Data &gt;</a:t>
              </a:r>
            </a:p>
          </p:txBody>
        </p:sp>
        <p:sp>
          <p:nvSpPr>
            <p:cNvPr id="55" name="TextBox 54">
              <a:extLst>
                <a:ext uri="{FF2B5EF4-FFF2-40B4-BE49-F238E27FC236}">
                  <a16:creationId xmlns:a16="http://schemas.microsoft.com/office/drawing/2014/main" id="{62CDF600-BB23-33D1-0368-1A1ADB1F2EE9}"/>
                </a:ext>
              </a:extLst>
            </p:cNvPr>
            <p:cNvSpPr txBox="1"/>
            <p:nvPr/>
          </p:nvSpPr>
          <p:spPr>
            <a:xfrm>
              <a:off x="6309327" y="3166807"/>
              <a:ext cx="1269961" cy="338554"/>
            </a:xfrm>
            <a:prstGeom prst="rect">
              <a:avLst/>
            </a:prstGeom>
            <a:noFill/>
          </p:spPr>
          <p:txBody>
            <a:bodyPr wrap="square" rtlCol="0">
              <a:spAutoFit/>
            </a:bodyPr>
            <a:lstStyle/>
            <a:p>
              <a:pPr algn="ctr"/>
              <a:r>
                <a:rPr lang="en-US" sz="1600">
                  <a:latin typeface="Aptos Light" panose="020B0004020202020204" pitchFamily="34" charset="0"/>
                </a:rPr>
                <a:t>&lt; Data &lt;</a:t>
              </a:r>
            </a:p>
          </p:txBody>
        </p:sp>
        <p:sp>
          <p:nvSpPr>
            <p:cNvPr id="56" name="TextBox 55">
              <a:extLst>
                <a:ext uri="{FF2B5EF4-FFF2-40B4-BE49-F238E27FC236}">
                  <a16:creationId xmlns:a16="http://schemas.microsoft.com/office/drawing/2014/main" id="{F0AE1ACF-8922-BFB9-98FF-D1F275070A41}"/>
                </a:ext>
              </a:extLst>
            </p:cNvPr>
            <p:cNvSpPr txBox="1"/>
            <p:nvPr/>
          </p:nvSpPr>
          <p:spPr>
            <a:xfrm>
              <a:off x="3599770" y="3188144"/>
              <a:ext cx="1269961" cy="338554"/>
            </a:xfrm>
            <a:prstGeom prst="rect">
              <a:avLst/>
            </a:prstGeom>
            <a:noFill/>
          </p:spPr>
          <p:txBody>
            <a:bodyPr wrap="square" rtlCol="0">
              <a:spAutoFit/>
            </a:bodyPr>
            <a:lstStyle/>
            <a:p>
              <a:pPr algn="ctr"/>
              <a:r>
                <a:rPr lang="en-US" sz="1600">
                  <a:latin typeface="Aptos Light" panose="020B0004020202020204" pitchFamily="34" charset="0"/>
                </a:rPr>
                <a:t>&lt; Data &lt;</a:t>
              </a:r>
            </a:p>
          </p:txBody>
        </p:sp>
      </p:grpSp>
      <p:sp>
        <p:nvSpPr>
          <p:cNvPr id="59" name="TextBox 58">
            <a:extLst>
              <a:ext uri="{FF2B5EF4-FFF2-40B4-BE49-F238E27FC236}">
                <a16:creationId xmlns:a16="http://schemas.microsoft.com/office/drawing/2014/main" id="{1737381B-F7B5-273C-596C-B1F0BACD37CB}"/>
              </a:ext>
            </a:extLst>
          </p:cNvPr>
          <p:cNvSpPr txBox="1"/>
          <p:nvPr/>
        </p:nvSpPr>
        <p:spPr>
          <a:xfrm>
            <a:off x="4027877" y="6997098"/>
            <a:ext cx="3605893" cy="1754326"/>
          </a:xfrm>
          <a:prstGeom prst="rect">
            <a:avLst/>
          </a:prstGeom>
          <a:noFill/>
        </p:spPr>
        <p:txBody>
          <a:bodyPr wrap="square">
            <a:spAutoFit/>
          </a:bodyPr>
          <a:lstStyle/>
          <a:p>
            <a:pPr algn="ctr"/>
            <a:r>
              <a:rPr lang="en-GB" sz="1800">
                <a:ea typeface="Calibri"/>
                <a:cs typeface="Calibri"/>
              </a:rPr>
              <a:t>Flutter sends a request. </a:t>
            </a:r>
          </a:p>
          <a:p>
            <a:pPr algn="ctr"/>
            <a:r>
              <a:rPr lang="en-GB" sz="1800">
                <a:ea typeface="Calibri"/>
                <a:cs typeface="Calibri"/>
              </a:rPr>
              <a:t>The API receives the request. </a:t>
            </a:r>
          </a:p>
          <a:p>
            <a:pPr algn="ctr"/>
            <a:r>
              <a:rPr lang="en-GB" sz="1800">
                <a:ea typeface="Calibri"/>
                <a:cs typeface="Calibri"/>
              </a:rPr>
              <a:t>The backend processes it. </a:t>
            </a:r>
          </a:p>
          <a:p>
            <a:pPr algn="ctr"/>
            <a:r>
              <a:rPr lang="en-GB" sz="1800">
                <a:ea typeface="Calibri"/>
                <a:cs typeface="Calibri"/>
              </a:rPr>
              <a:t>The database provides the data. </a:t>
            </a:r>
          </a:p>
          <a:p>
            <a:pPr algn="ctr"/>
            <a:r>
              <a:rPr lang="en-GB" sz="1800">
                <a:ea typeface="Calibri"/>
                <a:cs typeface="Calibri"/>
              </a:rPr>
              <a:t>The response returns to Flutter. </a:t>
            </a:r>
          </a:p>
          <a:p>
            <a:pPr algn="ctr"/>
            <a:r>
              <a:rPr lang="en-GB" sz="1800">
                <a:ea typeface="Calibri"/>
                <a:cs typeface="Calibri"/>
              </a:rPr>
              <a:t>Flutter displays the result.</a:t>
            </a:r>
          </a:p>
        </p:txBody>
      </p:sp>
      <p:sp>
        <p:nvSpPr>
          <p:cNvPr id="10" name="TextBox 9">
            <a:extLst>
              <a:ext uri="{FF2B5EF4-FFF2-40B4-BE49-F238E27FC236}">
                <a16:creationId xmlns:a16="http://schemas.microsoft.com/office/drawing/2014/main" id="{F8BC7E5D-A4D6-E32B-D353-C7C085CE5451}"/>
              </a:ext>
            </a:extLst>
          </p:cNvPr>
          <p:cNvSpPr txBox="1"/>
          <p:nvPr/>
        </p:nvSpPr>
        <p:spPr>
          <a:xfrm>
            <a:off x="0" y="5166175"/>
            <a:ext cx="3646447" cy="1754326"/>
          </a:xfrm>
          <a:prstGeom prst="rect">
            <a:avLst/>
          </a:prstGeom>
          <a:noFill/>
        </p:spPr>
        <p:txBody>
          <a:bodyPr wrap="none" rtlCol="0">
            <a:spAutoFit/>
          </a:bodyPr>
          <a:lstStyle/>
          <a:p>
            <a:r>
              <a:rPr lang="en-GB">
                <a:ea typeface="Calibri"/>
                <a:cs typeface="Calibri"/>
              </a:rPr>
              <a:t>A company wants to create an app </a:t>
            </a:r>
          </a:p>
          <a:p>
            <a:r>
              <a:rPr lang="en-GB">
                <a:ea typeface="Calibri"/>
                <a:cs typeface="Calibri"/>
              </a:rPr>
              <a:t>where customers can:</a:t>
            </a:r>
          </a:p>
          <a:p>
            <a:pPr marL="285750" indent="-285750">
              <a:buFont typeface="Arial"/>
              <a:buChar char="•"/>
            </a:pPr>
            <a:r>
              <a:rPr lang="en-GB">
                <a:ea typeface="Calibri"/>
                <a:cs typeface="Calibri"/>
              </a:rPr>
              <a:t>Browse products</a:t>
            </a:r>
          </a:p>
          <a:p>
            <a:pPr marL="285750" indent="-285750">
              <a:buFont typeface="Arial"/>
              <a:buChar char="•"/>
            </a:pPr>
            <a:r>
              <a:rPr lang="en-GB">
                <a:ea typeface="Calibri"/>
                <a:cs typeface="Calibri"/>
              </a:rPr>
              <a:t>View product details</a:t>
            </a:r>
          </a:p>
          <a:p>
            <a:pPr marL="285750" indent="-285750">
              <a:buFont typeface="Arial"/>
              <a:buChar char="•"/>
            </a:pPr>
            <a:r>
              <a:rPr lang="en-GB">
                <a:ea typeface="Calibri"/>
                <a:cs typeface="Calibri"/>
              </a:rPr>
              <a:t>Add products to a basket</a:t>
            </a:r>
          </a:p>
          <a:p>
            <a:pPr marL="285750" indent="-285750">
              <a:buFont typeface="Arial"/>
              <a:buChar char="•"/>
            </a:pPr>
            <a:r>
              <a:rPr lang="en-GB">
                <a:ea typeface="Calibri"/>
                <a:cs typeface="Calibri"/>
              </a:rPr>
              <a:t>Place orders</a:t>
            </a:r>
          </a:p>
        </p:txBody>
      </p:sp>
      <p:sp>
        <p:nvSpPr>
          <p:cNvPr id="12" name="TextBox 11">
            <a:extLst>
              <a:ext uri="{FF2B5EF4-FFF2-40B4-BE49-F238E27FC236}">
                <a16:creationId xmlns:a16="http://schemas.microsoft.com/office/drawing/2014/main" id="{08DA29BA-8031-4120-DCFE-C14EBF20AF1E}"/>
              </a:ext>
            </a:extLst>
          </p:cNvPr>
          <p:cNvSpPr txBox="1"/>
          <p:nvPr/>
        </p:nvSpPr>
        <p:spPr>
          <a:xfrm>
            <a:off x="4254208" y="5127806"/>
            <a:ext cx="7287768" cy="1754326"/>
          </a:xfrm>
          <a:prstGeom prst="rect">
            <a:avLst/>
          </a:prstGeom>
          <a:noFill/>
        </p:spPr>
        <p:txBody>
          <a:bodyPr wrap="square">
            <a:spAutoFit/>
          </a:bodyPr>
          <a:lstStyle/>
          <a:p>
            <a:r>
              <a:rPr lang="en-GB">
                <a:ea typeface="Calibri"/>
                <a:cs typeface="Calibri"/>
              </a:rPr>
              <a:t>Flutter can help with this.</a:t>
            </a:r>
          </a:p>
          <a:p>
            <a:pPr marL="285750" indent="-285750">
              <a:buFont typeface="Arial"/>
              <a:buChar char="•"/>
            </a:pPr>
            <a:r>
              <a:rPr lang="en-GB">
                <a:ea typeface="Calibri"/>
                <a:cs typeface="Calibri"/>
              </a:rPr>
              <a:t>Flutter creates the mobile user interface.</a:t>
            </a:r>
          </a:p>
          <a:p>
            <a:pPr marL="285750" indent="-285750">
              <a:buFont typeface="Arial"/>
              <a:buChar char="•"/>
            </a:pPr>
            <a:r>
              <a:rPr lang="en-GB">
                <a:ea typeface="Calibri"/>
                <a:cs typeface="Calibri"/>
              </a:rPr>
              <a:t>Customers interact with buttons, images and product lists.</a:t>
            </a:r>
          </a:p>
          <a:p>
            <a:pPr marL="285750" indent="-285750">
              <a:buFont typeface="Arial"/>
              <a:buChar char="•"/>
            </a:pPr>
            <a:r>
              <a:rPr lang="en-GB">
                <a:ea typeface="Calibri"/>
                <a:cs typeface="Calibri"/>
              </a:rPr>
              <a:t>Flutter communicates with a REST API to send and receive data.</a:t>
            </a:r>
          </a:p>
          <a:p>
            <a:pPr marL="285750" indent="-285750">
              <a:buFont typeface="Arial"/>
              <a:buChar char="•"/>
            </a:pPr>
            <a:r>
              <a:rPr lang="en-GB">
                <a:ea typeface="Calibri"/>
                <a:cs typeface="Calibri"/>
              </a:rPr>
              <a:t>The backend processes requests and works with the database.</a:t>
            </a:r>
          </a:p>
          <a:p>
            <a:pPr marL="285750" indent="-285750">
              <a:buFont typeface="Arial"/>
              <a:buChar char="•"/>
            </a:pPr>
            <a:r>
              <a:rPr lang="en-GB">
                <a:ea typeface="Calibri"/>
                <a:cs typeface="Calibri"/>
              </a:rPr>
              <a:t>Flutter displays the returned information to the customer.</a:t>
            </a:r>
          </a:p>
        </p:txBody>
      </p:sp>
    </p:spTree>
    <p:extLst>
      <p:ext uri="{BB962C8B-B14F-4D97-AF65-F5344CB8AC3E}">
        <p14:creationId xmlns:p14="http://schemas.microsoft.com/office/powerpoint/2010/main" val="16954564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6E5CB1C7-7488-E979-60CC-C53ACB121D4F}"/>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9F96A4C-860B-2B88-26E0-51B88CF41954}"/>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82D26BD0-CFD9-541D-99D9-12E563B41B75}"/>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36522E78-0FC9-5E9A-7500-31EE1D66F666}"/>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0674044E-914B-202C-AAC7-4489265C1AE1}"/>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BBEF9818-6E87-6AEB-A137-21D9314000E9}"/>
              </a:ext>
            </a:extLst>
          </p:cNvPr>
          <p:cNvSpPr txBox="1"/>
          <p:nvPr/>
        </p:nvSpPr>
        <p:spPr>
          <a:xfrm>
            <a:off x="3783351" y="101067"/>
            <a:ext cx="4625304" cy="707886"/>
          </a:xfrm>
          <a:prstGeom prst="rect">
            <a:avLst/>
          </a:prstGeom>
          <a:noFill/>
        </p:spPr>
        <p:txBody>
          <a:bodyPr wrap="none" rtlCol="0">
            <a:spAutoFit/>
          </a:bodyPr>
          <a:lstStyle/>
          <a:p>
            <a:pPr algn="ctr"/>
            <a:r>
              <a:rPr lang="en-US" sz="4000">
                <a:solidFill>
                  <a:srgbClr val="415F91"/>
                </a:solidFill>
              </a:rPr>
              <a:t>Advantage to Flutter</a:t>
            </a:r>
          </a:p>
        </p:txBody>
      </p:sp>
      <p:sp>
        <p:nvSpPr>
          <p:cNvPr id="8" name="TextBox 7">
            <a:extLst>
              <a:ext uri="{FF2B5EF4-FFF2-40B4-BE49-F238E27FC236}">
                <a16:creationId xmlns:a16="http://schemas.microsoft.com/office/drawing/2014/main" id="{8A50FE24-D44F-271A-C1E6-C10061219E8B}"/>
              </a:ext>
            </a:extLst>
          </p:cNvPr>
          <p:cNvSpPr txBox="1"/>
          <p:nvPr/>
        </p:nvSpPr>
        <p:spPr>
          <a:xfrm>
            <a:off x="2459751" y="890197"/>
            <a:ext cx="7530595" cy="5078313"/>
          </a:xfrm>
          <a:prstGeom prst="rect">
            <a:avLst/>
          </a:prstGeom>
          <a:noFill/>
        </p:spPr>
        <p:txBody>
          <a:bodyPr wrap="square" lIns="91440" tIns="45720" rIns="91440" bIns="45720" rtlCol="0" anchor="t">
            <a:spAutoFit/>
          </a:bodyPr>
          <a:lstStyle/>
          <a:p>
            <a:r>
              <a:rPr lang="en-US">
                <a:solidFill>
                  <a:srgbClr val="191C20"/>
                </a:solidFill>
              </a:rPr>
              <a:t>Flutter is multiplatform, so you're able to deploy your application on any form of devices. This means you only need to learn one language and update only one codebase.</a:t>
            </a:r>
            <a:endParaRPr lang="en-US"/>
          </a:p>
          <a:p>
            <a:endParaRPr lang="en-US">
              <a:solidFill>
                <a:srgbClr val="191C20"/>
              </a:solidFill>
            </a:endParaRPr>
          </a:p>
          <a:p>
            <a:r>
              <a:rPr lang="en-US">
                <a:solidFill>
                  <a:srgbClr val="191C20"/>
                </a:solidFill>
              </a:rPr>
              <a:t>Faster development time is a result from the single codebase.</a:t>
            </a:r>
            <a:br>
              <a:rPr lang="en-US"/>
            </a:br>
            <a:br>
              <a:rPr lang="en-US"/>
            </a:br>
            <a:r>
              <a:rPr lang="en-US">
                <a:solidFill>
                  <a:srgbClr val="191C20"/>
                </a:solidFill>
              </a:rPr>
              <a:t>Testing can be completed quickly as well with Flutter’s Hot Reload that allows the program to update without having to rebuild the project every time.</a:t>
            </a:r>
          </a:p>
          <a:p>
            <a:endParaRPr lang="en-US">
              <a:solidFill>
                <a:srgbClr val="191C20"/>
              </a:solidFill>
            </a:endParaRPr>
          </a:p>
          <a:p>
            <a:r>
              <a:rPr lang="en-US">
                <a:solidFill>
                  <a:srgbClr val="191C20"/>
                </a:solidFill>
              </a:rPr>
              <a:t>Flutter is designed to build dynamic rich UI as they provide many built in widgets for creating customized interfaces</a:t>
            </a:r>
          </a:p>
          <a:p>
            <a:endParaRPr lang="en-US">
              <a:solidFill>
                <a:srgbClr val="191C20"/>
              </a:solidFill>
            </a:endParaRPr>
          </a:p>
          <a:p>
            <a:r>
              <a:rPr lang="en-US"/>
              <a:t>Flutter compiles directly to native machine code for production releases so performance should be great and the same through platforms</a:t>
            </a:r>
          </a:p>
          <a:p>
            <a:endParaRPr lang="en-US">
              <a:solidFill>
                <a:srgbClr val="191C20"/>
              </a:solidFill>
            </a:endParaRPr>
          </a:p>
          <a:p>
            <a:r>
              <a:rPr lang="en-US">
                <a:solidFill>
                  <a:srgbClr val="191C20"/>
                </a:solidFill>
              </a:rPr>
              <a:t>Flutter is open source and there are large developer community along side flutter. Helping Flutter become even better.</a:t>
            </a:r>
          </a:p>
        </p:txBody>
      </p:sp>
    </p:spTree>
    <p:extLst>
      <p:ext uri="{BB962C8B-B14F-4D97-AF65-F5344CB8AC3E}">
        <p14:creationId xmlns:p14="http://schemas.microsoft.com/office/powerpoint/2010/main" val="38382409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A1064D8E-1514-719E-F125-D195CE61C20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D1110E6-8E40-52E0-59DC-EAF8E9C540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58874" y="715756"/>
            <a:ext cx="5151009" cy="5151009"/>
          </a:xfrm>
          <a:prstGeom prst="rect">
            <a:avLst/>
          </a:prstGeom>
        </p:spPr>
      </p:pic>
      <p:grpSp>
        <p:nvGrpSpPr>
          <p:cNvPr id="6" name="Group 5">
            <a:extLst>
              <a:ext uri="{FF2B5EF4-FFF2-40B4-BE49-F238E27FC236}">
                <a16:creationId xmlns:a16="http://schemas.microsoft.com/office/drawing/2014/main" id="{D98E7314-59F7-7497-EFAE-5FC3E440C30E}"/>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A9D4B699-F955-2C6E-6FA6-7B8DAE9A8473}"/>
                </a:ext>
              </a:extLst>
            </p:cNvPr>
            <p:cNvPicPr>
              <a:picLocks noChangeAspect="1"/>
            </p:cNvPicPr>
            <p:nvPr/>
          </p:nvPicPr>
          <p:blipFill>
            <a:blip r:embed="rId4"/>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C51721AF-3F90-2192-ED77-856F73BBB5B2}"/>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Rectangle 6">
            <a:extLst>
              <a:ext uri="{FF2B5EF4-FFF2-40B4-BE49-F238E27FC236}">
                <a16:creationId xmlns:a16="http://schemas.microsoft.com/office/drawing/2014/main" id="{34F1F375-9E31-9C2E-3D6E-B4154CC59538}"/>
              </a:ext>
            </a:extLst>
          </p:cNvPr>
          <p:cNvSpPr/>
          <p:nvPr/>
        </p:nvSpPr>
        <p:spPr>
          <a:xfrm>
            <a:off x="-3026664"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E238C2E-52C5-CADF-FD7C-49AE64B97031}"/>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1FDF013A-AE74-D5AE-1A5E-B3987199AF1C}"/>
              </a:ext>
            </a:extLst>
          </p:cNvPr>
          <p:cNvSpPr txBox="1"/>
          <p:nvPr/>
        </p:nvSpPr>
        <p:spPr>
          <a:xfrm>
            <a:off x="3437102" y="101067"/>
            <a:ext cx="5317802" cy="707886"/>
          </a:xfrm>
          <a:prstGeom prst="rect">
            <a:avLst/>
          </a:prstGeom>
          <a:noFill/>
        </p:spPr>
        <p:txBody>
          <a:bodyPr wrap="none" rtlCol="0">
            <a:spAutoFit/>
          </a:bodyPr>
          <a:lstStyle/>
          <a:p>
            <a:pPr algn="ctr"/>
            <a:r>
              <a:rPr lang="en-US" sz="4000">
                <a:solidFill>
                  <a:srgbClr val="415F91"/>
                </a:solidFill>
              </a:rPr>
              <a:t>Disadvantage to Flutter</a:t>
            </a:r>
          </a:p>
        </p:txBody>
      </p:sp>
      <p:sp>
        <p:nvSpPr>
          <p:cNvPr id="8" name="TextBox 7">
            <a:extLst>
              <a:ext uri="{FF2B5EF4-FFF2-40B4-BE49-F238E27FC236}">
                <a16:creationId xmlns:a16="http://schemas.microsoft.com/office/drawing/2014/main" id="{1B6D4DE6-DE29-1EF5-93EB-E3AB773DA6C3}"/>
              </a:ext>
            </a:extLst>
          </p:cNvPr>
          <p:cNvSpPr txBox="1"/>
          <p:nvPr/>
        </p:nvSpPr>
        <p:spPr>
          <a:xfrm>
            <a:off x="886590" y="1721420"/>
            <a:ext cx="10418820" cy="3693319"/>
          </a:xfrm>
          <a:prstGeom prst="rect">
            <a:avLst/>
          </a:prstGeom>
          <a:noFill/>
        </p:spPr>
        <p:txBody>
          <a:bodyPr wrap="square" rtlCol="0">
            <a:spAutoFit/>
          </a:bodyPr>
          <a:lstStyle/>
          <a:p>
            <a:pPr algn="ctr"/>
            <a:r>
              <a:rPr lang="en-US">
                <a:solidFill>
                  <a:srgbClr val="191C20"/>
                </a:solidFill>
              </a:rPr>
              <a:t>Due to the large platform Flutter supports, some platform features may not be compatible relatively quickly.</a:t>
            </a:r>
          </a:p>
          <a:p>
            <a:pPr algn="ctr"/>
            <a:endParaRPr lang="en-US">
              <a:solidFill>
                <a:srgbClr val="191C20"/>
              </a:solidFill>
            </a:endParaRPr>
          </a:p>
          <a:p>
            <a:pPr algn="ctr"/>
            <a:r>
              <a:rPr lang="en-US">
                <a:solidFill>
                  <a:srgbClr val="191C20"/>
                </a:solidFill>
              </a:rPr>
              <a:t>Due to the nature of Flutter being multiplatform, it can cause apps to be larger in size compare having them natively created.</a:t>
            </a:r>
          </a:p>
          <a:p>
            <a:pPr algn="ctr"/>
            <a:endParaRPr lang="en-US">
              <a:solidFill>
                <a:srgbClr val="191C20"/>
              </a:solidFill>
            </a:endParaRPr>
          </a:p>
          <a:p>
            <a:pPr algn="ctr"/>
            <a:r>
              <a:rPr lang="en-US">
                <a:solidFill>
                  <a:srgbClr val="191C20"/>
                </a:solidFill>
              </a:rPr>
              <a:t>SEO optimization is sometimes poor due to its long load times and complexities, so it should stay to being a web app, like a music player, rather than blogs and pages.</a:t>
            </a:r>
          </a:p>
          <a:p>
            <a:pPr algn="ctr"/>
            <a:endParaRPr lang="en-US">
              <a:solidFill>
                <a:srgbClr val="191C20"/>
              </a:solidFill>
            </a:endParaRPr>
          </a:p>
          <a:p>
            <a:pPr algn="ctr"/>
            <a:r>
              <a:rPr lang="en-US">
                <a:solidFill>
                  <a:srgbClr val="191C20"/>
                </a:solidFill>
              </a:rPr>
              <a:t>While easy to learn, it may be harder for someone with no JavaScript / React experience.</a:t>
            </a:r>
          </a:p>
          <a:p>
            <a:pPr algn="ctr"/>
            <a:endParaRPr lang="en-US">
              <a:solidFill>
                <a:srgbClr val="191C20"/>
              </a:solidFill>
            </a:endParaRPr>
          </a:p>
          <a:p>
            <a:pPr algn="ctr"/>
            <a:r>
              <a:rPr lang="en-US">
                <a:solidFill>
                  <a:srgbClr val="191C20"/>
                </a:solidFill>
              </a:rPr>
              <a:t>Kotlin Multiplatform with Compose is blooming could be a better option for people with stronger experience with Android Development.</a:t>
            </a:r>
          </a:p>
        </p:txBody>
      </p:sp>
    </p:spTree>
    <p:extLst>
      <p:ext uri="{BB962C8B-B14F-4D97-AF65-F5344CB8AC3E}">
        <p14:creationId xmlns:p14="http://schemas.microsoft.com/office/powerpoint/2010/main" val="13690973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8DEAE237-97D1-5722-F248-50FACF29BDDF}"/>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4C8563C-980E-14C6-BC61-5775CE72D005}"/>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36E5F7D2-327C-016D-1B2E-CAB3CDB722DC}"/>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961D2282-3BC6-B0A3-9ADC-DD23F98B3838}"/>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5E1E31B8-5216-1124-3DFD-C8420397CD8F}"/>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9701407F-28C8-BB0A-C8A5-2D9B74FE5150}"/>
              </a:ext>
            </a:extLst>
          </p:cNvPr>
          <p:cNvSpPr txBox="1"/>
          <p:nvPr/>
        </p:nvSpPr>
        <p:spPr>
          <a:xfrm>
            <a:off x="4935404" y="101067"/>
            <a:ext cx="2321213" cy="707886"/>
          </a:xfrm>
          <a:prstGeom prst="rect">
            <a:avLst/>
          </a:prstGeom>
          <a:noFill/>
        </p:spPr>
        <p:txBody>
          <a:bodyPr wrap="none" rtlCol="0">
            <a:spAutoFit/>
          </a:bodyPr>
          <a:lstStyle/>
          <a:p>
            <a:pPr algn="ctr"/>
            <a:r>
              <a:rPr lang="en-US" sz="4000">
                <a:solidFill>
                  <a:srgbClr val="415F91"/>
                </a:solidFill>
              </a:rPr>
              <a:t>Summary</a:t>
            </a:r>
          </a:p>
        </p:txBody>
      </p:sp>
      <p:sp>
        <p:nvSpPr>
          <p:cNvPr id="14" name="Rectangle 13">
            <a:extLst>
              <a:ext uri="{FF2B5EF4-FFF2-40B4-BE49-F238E27FC236}">
                <a16:creationId xmlns:a16="http://schemas.microsoft.com/office/drawing/2014/main" id="{ADF4E547-A370-BAFE-F2C9-AEA12D087B20}"/>
              </a:ext>
            </a:extLst>
          </p:cNvPr>
          <p:cNvSpPr/>
          <p:nvPr/>
        </p:nvSpPr>
        <p:spPr>
          <a:xfrm>
            <a:off x="1033490" y="1626343"/>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Large Multiplatform Support</a:t>
            </a:r>
          </a:p>
        </p:txBody>
      </p:sp>
      <p:sp>
        <p:nvSpPr>
          <p:cNvPr id="17" name="Rectangle 16">
            <a:extLst>
              <a:ext uri="{FF2B5EF4-FFF2-40B4-BE49-F238E27FC236}">
                <a16:creationId xmlns:a16="http://schemas.microsoft.com/office/drawing/2014/main" id="{D706C83D-D720-92BD-D789-3553F187F3C4}"/>
              </a:ext>
            </a:extLst>
          </p:cNvPr>
          <p:cNvSpPr/>
          <p:nvPr/>
        </p:nvSpPr>
        <p:spPr>
          <a:xfrm>
            <a:off x="1033490" y="3473945"/>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Open source by Google, Regally updated with community help</a:t>
            </a:r>
          </a:p>
        </p:txBody>
      </p:sp>
      <p:sp>
        <p:nvSpPr>
          <p:cNvPr id="20" name="Rectangle 19">
            <a:extLst>
              <a:ext uri="{FF2B5EF4-FFF2-40B4-BE49-F238E27FC236}">
                <a16:creationId xmlns:a16="http://schemas.microsoft.com/office/drawing/2014/main" id="{EA3E10EE-2178-E91B-6692-391EB72D2B89}"/>
              </a:ext>
            </a:extLst>
          </p:cNvPr>
          <p:cNvSpPr/>
          <p:nvPr/>
        </p:nvSpPr>
        <p:spPr>
          <a:xfrm>
            <a:off x="3583248" y="2404533"/>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Declarative UI Builder</a:t>
            </a:r>
          </a:p>
        </p:txBody>
      </p:sp>
      <p:sp>
        <p:nvSpPr>
          <p:cNvPr id="22" name="Rectangle 21">
            <a:extLst>
              <a:ext uri="{FF2B5EF4-FFF2-40B4-BE49-F238E27FC236}">
                <a16:creationId xmlns:a16="http://schemas.microsoft.com/office/drawing/2014/main" id="{6CF993F6-574B-2A15-5366-DFF48E3A84CC}"/>
              </a:ext>
            </a:extLst>
          </p:cNvPr>
          <p:cNvSpPr/>
          <p:nvPr/>
        </p:nvSpPr>
        <p:spPr>
          <a:xfrm>
            <a:off x="3583248" y="4252135"/>
            <a:ext cx="2345266" cy="1397000"/>
          </a:xfrm>
          <a:prstGeom prst="rect">
            <a:avLst/>
          </a:prstGeom>
          <a:solidFill>
            <a:srgbClr val="D6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84777"/>
                </a:solidFill>
              </a:rPr>
              <a:t>Easy to learn</a:t>
            </a:r>
          </a:p>
        </p:txBody>
      </p:sp>
      <p:sp>
        <p:nvSpPr>
          <p:cNvPr id="36" name="Rectangle 35">
            <a:extLst>
              <a:ext uri="{FF2B5EF4-FFF2-40B4-BE49-F238E27FC236}">
                <a16:creationId xmlns:a16="http://schemas.microsoft.com/office/drawing/2014/main" id="{3E56B955-EF7B-2081-9369-8FE1EB01C993}"/>
              </a:ext>
            </a:extLst>
          </p:cNvPr>
          <p:cNvSpPr/>
          <p:nvPr/>
        </p:nvSpPr>
        <p:spPr>
          <a:xfrm>
            <a:off x="6201503" y="2404533"/>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573E5C"/>
                </a:solidFill>
              </a:rPr>
              <a:t>Dart controls the logic and behavior of the app.</a:t>
            </a:r>
          </a:p>
        </p:txBody>
      </p:sp>
      <p:sp>
        <p:nvSpPr>
          <p:cNvPr id="37" name="Rectangle 36">
            <a:extLst>
              <a:ext uri="{FF2B5EF4-FFF2-40B4-BE49-F238E27FC236}">
                <a16:creationId xmlns:a16="http://schemas.microsoft.com/office/drawing/2014/main" id="{E78ED6AB-6E5C-26F2-2090-B7EA3F6666D8}"/>
              </a:ext>
            </a:extLst>
          </p:cNvPr>
          <p:cNvSpPr/>
          <p:nvPr/>
        </p:nvSpPr>
        <p:spPr>
          <a:xfrm>
            <a:off x="6201503" y="4252135"/>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GB">
                <a:solidFill>
                  <a:srgbClr val="573E5C"/>
                </a:solidFill>
                <a:latin typeface="Aptos" panose="020B0004020202020204" pitchFamily="34" charset="0"/>
                <a:ea typeface="Calibri"/>
                <a:cs typeface="Calibri"/>
              </a:rPr>
              <a:t>Dart makes Flutter fast and smooth.</a:t>
            </a:r>
          </a:p>
        </p:txBody>
      </p:sp>
      <p:sp>
        <p:nvSpPr>
          <p:cNvPr id="38" name="Rectangle 37">
            <a:extLst>
              <a:ext uri="{FF2B5EF4-FFF2-40B4-BE49-F238E27FC236}">
                <a16:creationId xmlns:a16="http://schemas.microsoft.com/office/drawing/2014/main" id="{2505E687-D746-9D30-302A-A2DAF9A3F771}"/>
              </a:ext>
            </a:extLst>
          </p:cNvPr>
          <p:cNvSpPr/>
          <p:nvPr/>
        </p:nvSpPr>
        <p:spPr>
          <a:xfrm>
            <a:off x="8708927" y="1626343"/>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rgbClr val="573E5C"/>
                </a:solidFill>
                <a:latin typeface="Aptos" panose="020B0004020202020204" pitchFamily="34" charset="0"/>
                <a:ea typeface="Calibri"/>
                <a:cs typeface="Calibri"/>
              </a:rPr>
              <a:t>Dart is the programming language used to write the app code.</a:t>
            </a:r>
          </a:p>
        </p:txBody>
      </p:sp>
      <p:sp>
        <p:nvSpPr>
          <p:cNvPr id="39" name="Rectangle 38">
            <a:extLst>
              <a:ext uri="{FF2B5EF4-FFF2-40B4-BE49-F238E27FC236}">
                <a16:creationId xmlns:a16="http://schemas.microsoft.com/office/drawing/2014/main" id="{6A908A33-5751-639B-E88A-58BF66E243EA}"/>
              </a:ext>
            </a:extLst>
          </p:cNvPr>
          <p:cNvSpPr/>
          <p:nvPr/>
        </p:nvSpPr>
        <p:spPr>
          <a:xfrm>
            <a:off x="8708927" y="3473945"/>
            <a:ext cx="2345266" cy="1397000"/>
          </a:xfrm>
          <a:prstGeom prst="rect">
            <a:avLst/>
          </a:prstGeom>
          <a:solidFill>
            <a:srgbClr val="FAD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573E5C"/>
                </a:solidFill>
              </a:rPr>
              <a:t>Dart can be used on its own (web, server, etc.).</a:t>
            </a:r>
          </a:p>
        </p:txBody>
      </p:sp>
      <p:pic>
        <p:nvPicPr>
          <p:cNvPr id="12" name="Picture 11">
            <a:extLst>
              <a:ext uri="{FF2B5EF4-FFF2-40B4-BE49-F238E27FC236}">
                <a16:creationId xmlns:a16="http://schemas.microsoft.com/office/drawing/2014/main" id="{8A5F443E-1CA2-E72B-FAB2-D3B310E2E7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1590" y="7239000"/>
            <a:ext cx="3431103" cy="7638288"/>
          </a:xfrm>
          <a:prstGeom prst="rect">
            <a:avLst/>
          </a:prstGeom>
        </p:spPr>
      </p:pic>
      <p:pic>
        <p:nvPicPr>
          <p:cNvPr id="13" name="Picture 12">
            <a:extLst>
              <a:ext uri="{FF2B5EF4-FFF2-40B4-BE49-F238E27FC236}">
                <a16:creationId xmlns:a16="http://schemas.microsoft.com/office/drawing/2014/main" id="{A553FA9D-2FEE-630F-1B54-5CEA84D440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01666" y="7056120"/>
            <a:ext cx="3788664" cy="3788664"/>
          </a:xfrm>
          <a:prstGeom prst="rect">
            <a:avLst/>
          </a:prstGeom>
        </p:spPr>
      </p:pic>
      <p:pic>
        <p:nvPicPr>
          <p:cNvPr id="15" name="Picture 14">
            <a:extLst>
              <a:ext uri="{FF2B5EF4-FFF2-40B4-BE49-F238E27FC236}">
                <a16:creationId xmlns:a16="http://schemas.microsoft.com/office/drawing/2014/main" id="{536B33E3-AB20-70B5-DC28-8213B3C6FEC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177162" y="715756"/>
            <a:ext cx="5151009" cy="5151009"/>
          </a:xfrm>
          <a:prstGeom prst="rect">
            <a:avLst/>
          </a:prstGeom>
        </p:spPr>
      </p:pic>
      <p:sp>
        <p:nvSpPr>
          <p:cNvPr id="16" name="Rectangle 15">
            <a:extLst>
              <a:ext uri="{FF2B5EF4-FFF2-40B4-BE49-F238E27FC236}">
                <a16:creationId xmlns:a16="http://schemas.microsoft.com/office/drawing/2014/main" id="{0BC8FBF4-5445-7DB0-E7F8-5B634C2F31CA}"/>
              </a:ext>
            </a:extLst>
          </p:cNvPr>
          <p:cNvSpPr/>
          <p:nvPr/>
        </p:nvSpPr>
        <p:spPr>
          <a:xfrm>
            <a:off x="-3044952"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9412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6181FD3C-F2E0-DEAE-1F7F-D44826238E6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10E7C81-6C74-893F-2B83-0A781B6A051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32210" y="715756"/>
            <a:ext cx="5151009" cy="5151009"/>
          </a:xfrm>
          <a:prstGeom prst="rect">
            <a:avLst/>
          </a:prstGeom>
        </p:spPr>
      </p:pic>
      <p:sp>
        <p:nvSpPr>
          <p:cNvPr id="13" name="Rectangle 12">
            <a:extLst>
              <a:ext uri="{FF2B5EF4-FFF2-40B4-BE49-F238E27FC236}">
                <a16:creationId xmlns:a16="http://schemas.microsoft.com/office/drawing/2014/main" id="{16965149-4102-E8C8-906A-372074C14981}"/>
              </a:ext>
            </a:extLst>
          </p:cNvPr>
          <p:cNvSpPr/>
          <p:nvPr/>
        </p:nvSpPr>
        <p:spPr>
          <a:xfrm>
            <a:off x="0"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8943CA9-3F99-FFC1-7B11-BE7BCE570DEF}"/>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3EA2FD65-09D0-E106-20AB-1A6FAB7BB38F}"/>
              </a:ext>
            </a:extLst>
          </p:cNvPr>
          <p:cNvSpPr txBox="1"/>
          <p:nvPr/>
        </p:nvSpPr>
        <p:spPr>
          <a:xfrm>
            <a:off x="4013110" y="101067"/>
            <a:ext cx="4165820" cy="707886"/>
          </a:xfrm>
          <a:prstGeom prst="rect">
            <a:avLst/>
          </a:prstGeom>
          <a:noFill/>
        </p:spPr>
        <p:txBody>
          <a:bodyPr wrap="none" rtlCol="0">
            <a:spAutoFit/>
          </a:bodyPr>
          <a:lstStyle/>
          <a:p>
            <a:pPr algn="ctr"/>
            <a:r>
              <a:rPr lang="en-US" sz="4000">
                <a:solidFill>
                  <a:srgbClr val="415F91"/>
                </a:solidFill>
              </a:rPr>
              <a:t>Now it’s your turn!</a:t>
            </a:r>
          </a:p>
        </p:txBody>
      </p:sp>
      <p:sp>
        <p:nvSpPr>
          <p:cNvPr id="8" name="TextBox 7">
            <a:extLst>
              <a:ext uri="{FF2B5EF4-FFF2-40B4-BE49-F238E27FC236}">
                <a16:creationId xmlns:a16="http://schemas.microsoft.com/office/drawing/2014/main" id="{93F65B5D-D83C-B0AD-F4B4-1186744ECF15}"/>
              </a:ext>
            </a:extLst>
          </p:cNvPr>
          <p:cNvSpPr txBox="1"/>
          <p:nvPr/>
        </p:nvSpPr>
        <p:spPr>
          <a:xfrm>
            <a:off x="886588" y="986964"/>
            <a:ext cx="10418820" cy="369332"/>
          </a:xfrm>
          <a:prstGeom prst="rect">
            <a:avLst/>
          </a:prstGeom>
          <a:noFill/>
        </p:spPr>
        <p:txBody>
          <a:bodyPr wrap="square" rtlCol="0">
            <a:spAutoFit/>
          </a:bodyPr>
          <a:lstStyle/>
          <a:p>
            <a:pPr algn="ctr"/>
            <a:r>
              <a:rPr lang="en-US">
                <a:solidFill>
                  <a:srgbClr val="191C20"/>
                </a:solidFill>
              </a:rPr>
              <a:t>Let’s make a card Widget!</a:t>
            </a:r>
          </a:p>
        </p:txBody>
      </p:sp>
      <p:grpSp>
        <p:nvGrpSpPr>
          <p:cNvPr id="2" name="Group 1">
            <a:extLst>
              <a:ext uri="{FF2B5EF4-FFF2-40B4-BE49-F238E27FC236}">
                <a16:creationId xmlns:a16="http://schemas.microsoft.com/office/drawing/2014/main" id="{EC3011B7-DACD-3BBB-086C-DF5A403FBA5E}"/>
              </a:ext>
            </a:extLst>
          </p:cNvPr>
          <p:cNvGrpSpPr/>
          <p:nvPr/>
        </p:nvGrpSpPr>
        <p:grpSpPr>
          <a:xfrm>
            <a:off x="-7066572" y="0"/>
            <a:ext cx="6835888" cy="6858000"/>
            <a:chOff x="-2390401" y="0"/>
            <a:chExt cx="6835889" cy="6858000"/>
          </a:xfrm>
        </p:grpSpPr>
        <p:pic>
          <p:nvPicPr>
            <p:cNvPr id="7" name="Picture 6" descr="Flutter Logo | SVG | Real Company | Alphabet, Letter F Logo">
              <a:extLst>
                <a:ext uri="{FF2B5EF4-FFF2-40B4-BE49-F238E27FC236}">
                  <a16:creationId xmlns:a16="http://schemas.microsoft.com/office/drawing/2014/main" id="{35F99EBE-CB3E-B044-66CB-B11E6FC8C6C8}"/>
                </a:ext>
              </a:extLst>
            </p:cNvPr>
            <p:cNvPicPr>
              <a:picLocks noChangeAspect="1"/>
            </p:cNvPicPr>
            <p:nvPr/>
          </p:nvPicPr>
          <p:blipFill>
            <a:blip r:embed="rId4"/>
            <a:srcRect l="17220" t="21619" r="18346" b="21579"/>
            <a:stretch>
              <a:fillRect/>
            </a:stretch>
          </p:blipFill>
          <p:spPr>
            <a:xfrm>
              <a:off x="-2390401" y="301122"/>
              <a:ext cx="6835889" cy="6026085"/>
            </a:xfrm>
            <a:prstGeom prst="rect">
              <a:avLst/>
            </a:prstGeom>
          </p:spPr>
        </p:pic>
        <p:sp>
          <p:nvSpPr>
            <p:cNvPr id="11" name="Rectangle 10">
              <a:extLst>
                <a:ext uri="{FF2B5EF4-FFF2-40B4-BE49-F238E27FC236}">
                  <a16:creationId xmlns:a16="http://schemas.microsoft.com/office/drawing/2014/main" id="{ED09A663-6364-E225-F937-4B72F618DCBF}"/>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A5BD08C1-58CD-1304-23D3-D090003566BC}"/>
              </a:ext>
            </a:extLst>
          </p:cNvPr>
          <p:cNvSpPr txBox="1"/>
          <p:nvPr/>
        </p:nvSpPr>
        <p:spPr>
          <a:xfrm>
            <a:off x="-2" y="1627504"/>
            <a:ext cx="12192000" cy="1323439"/>
          </a:xfrm>
          <a:prstGeom prst="rect">
            <a:avLst/>
          </a:prstGeom>
          <a:noFill/>
        </p:spPr>
        <p:txBody>
          <a:bodyPr wrap="square" rtlCol="0">
            <a:spAutoFit/>
          </a:bodyPr>
          <a:lstStyle/>
          <a:p>
            <a:pPr algn="ctr"/>
            <a:r>
              <a:rPr lang="en-US" sz="8000" err="1">
                <a:solidFill>
                  <a:srgbClr val="284777"/>
                </a:solidFill>
                <a:latin typeface="Aptos Light" panose="020B0004020202020204" pitchFamily="34" charset="0"/>
              </a:rPr>
              <a:t>www.uniqstudio.org</a:t>
            </a:r>
            <a:r>
              <a:rPr lang="en-US" sz="8000">
                <a:solidFill>
                  <a:srgbClr val="284777"/>
                </a:solidFill>
                <a:latin typeface="Aptos Light" panose="020B0004020202020204" pitchFamily="34" charset="0"/>
              </a:rPr>
              <a:t>/learn</a:t>
            </a:r>
          </a:p>
        </p:txBody>
      </p:sp>
      <p:pic>
        <p:nvPicPr>
          <p:cNvPr id="18" name="Picture 17">
            <a:extLst>
              <a:ext uri="{FF2B5EF4-FFF2-40B4-BE49-F238E27FC236}">
                <a16:creationId xmlns:a16="http://schemas.microsoft.com/office/drawing/2014/main" id="{995A308B-B60E-9099-F023-EFA8BB5A66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1590" y="3252216"/>
            <a:ext cx="3431103" cy="7638288"/>
          </a:xfrm>
          <a:prstGeom prst="rect">
            <a:avLst/>
          </a:prstGeom>
        </p:spPr>
      </p:pic>
      <p:pic>
        <p:nvPicPr>
          <p:cNvPr id="16" name="Picture 15">
            <a:extLst>
              <a:ext uri="{FF2B5EF4-FFF2-40B4-BE49-F238E27FC236}">
                <a16:creationId xmlns:a16="http://schemas.microsoft.com/office/drawing/2014/main" id="{0998D69D-FC93-C91E-8B4A-C9D3351094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1666" y="3069336"/>
            <a:ext cx="3788664" cy="3788664"/>
          </a:xfrm>
          <a:prstGeom prst="rect">
            <a:avLst/>
          </a:prstGeom>
        </p:spPr>
      </p:pic>
    </p:spTree>
    <p:extLst>
      <p:ext uri="{BB962C8B-B14F-4D97-AF65-F5344CB8AC3E}">
        <p14:creationId xmlns:p14="http://schemas.microsoft.com/office/powerpoint/2010/main" val="2818975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71CBC0AE-CBB5-74EA-CCA8-3AB4E48DD6A7}"/>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296CEF8F-B60F-8F0E-4403-4D6F9E46B8D5}"/>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F53A7F24-8350-D8DE-F299-1372C32A4D57}"/>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A5372A8B-8917-57AC-BBFA-49341B1126A6}"/>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FE6C0796-D883-5FAE-93B9-53C6EA958347}"/>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8D261DE5-0A4C-E6EC-7C0F-0DCB46F6E763}"/>
              </a:ext>
            </a:extLst>
          </p:cNvPr>
          <p:cNvSpPr txBox="1"/>
          <p:nvPr/>
        </p:nvSpPr>
        <p:spPr>
          <a:xfrm>
            <a:off x="4750472" y="101067"/>
            <a:ext cx="2691058" cy="707886"/>
          </a:xfrm>
          <a:prstGeom prst="rect">
            <a:avLst/>
          </a:prstGeom>
          <a:noFill/>
        </p:spPr>
        <p:txBody>
          <a:bodyPr wrap="none" rtlCol="0">
            <a:spAutoFit/>
          </a:bodyPr>
          <a:lstStyle/>
          <a:p>
            <a:pPr algn="ctr"/>
            <a:r>
              <a:rPr lang="en-US" sz="4000">
                <a:solidFill>
                  <a:srgbClr val="415F91"/>
                </a:solidFill>
              </a:rPr>
              <a:t>References</a:t>
            </a:r>
          </a:p>
        </p:txBody>
      </p:sp>
      <p:sp>
        <p:nvSpPr>
          <p:cNvPr id="8" name="TextBox 7">
            <a:extLst>
              <a:ext uri="{FF2B5EF4-FFF2-40B4-BE49-F238E27FC236}">
                <a16:creationId xmlns:a16="http://schemas.microsoft.com/office/drawing/2014/main" id="{7F0BEB8A-9AED-DAED-2EFC-5050CFBD7F2B}"/>
              </a:ext>
            </a:extLst>
          </p:cNvPr>
          <p:cNvSpPr txBox="1"/>
          <p:nvPr/>
        </p:nvSpPr>
        <p:spPr>
          <a:xfrm>
            <a:off x="886590" y="1427562"/>
            <a:ext cx="10418820" cy="4524315"/>
          </a:xfrm>
          <a:prstGeom prst="rect">
            <a:avLst/>
          </a:prstGeom>
          <a:noFill/>
        </p:spPr>
        <p:txBody>
          <a:bodyPr wrap="square" rtlCol="0">
            <a:spAutoFit/>
          </a:bodyPr>
          <a:lstStyle/>
          <a:p>
            <a:r>
              <a:rPr lang="en-GB">
                <a:solidFill>
                  <a:srgbClr val="283141"/>
                </a:solidFill>
                <a:latin typeface="Aptos" panose="020B0004020202020204" pitchFamily="34" charset="0"/>
                <a:ea typeface="Calibri"/>
                <a:cs typeface="Calibri"/>
              </a:rPr>
              <a:t>Dart (2026) </a:t>
            </a:r>
            <a:r>
              <a:rPr lang="en-GB">
                <a:solidFill>
                  <a:srgbClr val="415F91"/>
                </a:solidFill>
                <a:latin typeface="Aptos" panose="020B0004020202020204" pitchFamily="34" charset="0"/>
                <a:ea typeface="Calibri"/>
                <a:cs typeface="Calibri"/>
              </a:rPr>
              <a:t>Dart documentation. </a:t>
            </a:r>
          </a:p>
          <a:p>
            <a:r>
              <a:rPr lang="en-GB">
                <a:latin typeface="Aptos" panose="020B0004020202020204" pitchFamily="34" charset="0"/>
                <a:ea typeface="Calibri"/>
                <a:cs typeface="Calibri"/>
              </a:rPr>
              <a:t>    Available at: </a:t>
            </a:r>
            <a:r>
              <a:rPr lang="en-GB">
                <a:latin typeface="Aptos" panose="020B0004020202020204" pitchFamily="34" charset="0"/>
                <a:ea typeface="Calibri"/>
                <a:cs typeface="Calibri"/>
                <a:hlinkClick r:id="rId4">
                  <a:extLst>
                    <a:ext uri="{A12FA001-AC4F-418D-AE19-62706E023703}">
                      <ahyp:hlinkClr xmlns:ahyp="http://schemas.microsoft.com/office/drawing/2018/hyperlinkcolor" val="tx"/>
                    </a:ext>
                  </a:extLst>
                </a:hlinkClick>
              </a:rPr>
              <a:t>https://dart.dev/</a:t>
            </a:r>
            <a:r>
              <a:rPr lang="en-GB">
                <a:latin typeface="Aptos" panose="020B0004020202020204" pitchFamily="34" charset="0"/>
                <a:ea typeface="Calibri"/>
                <a:cs typeface="Calibri"/>
              </a:rPr>
              <a:t> (Accessed: 2 October 2026).</a:t>
            </a:r>
            <a:endParaRPr lang="en-US">
              <a:latin typeface="Aptos" panose="020B0004020202020204" pitchFamily="34" charset="0"/>
              <a:ea typeface="Calibri"/>
              <a:cs typeface="Calibri"/>
            </a:endParaRP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Basic widgets. </a:t>
            </a:r>
          </a:p>
          <a:p>
            <a:r>
              <a:rPr lang="en-GB">
                <a:latin typeface="Aptos" panose="020B0004020202020204" pitchFamily="34" charset="0"/>
                <a:ea typeface="Calibri"/>
                <a:cs typeface="Calibri"/>
              </a:rPr>
              <a:t>    Available at: </a:t>
            </a:r>
            <a:r>
              <a:rPr lang="en-GB">
                <a:latin typeface="Aptos" panose="020B0004020202020204" pitchFamily="34" charset="0"/>
                <a:ea typeface="Calibri"/>
                <a:cs typeface="Calibri"/>
                <a:hlinkClick r:id="rId5">
                  <a:extLst>
                    <a:ext uri="{A12FA001-AC4F-418D-AE19-62706E023703}">
                      <ahyp:hlinkClr xmlns:ahyp="http://schemas.microsoft.com/office/drawing/2018/hyperlinkcolor" val="tx"/>
                    </a:ext>
                  </a:extLst>
                </a:hlinkClick>
              </a:rPr>
              <a:t>https://docs.flutter.dev/ui/widgets/basics</a:t>
            </a:r>
            <a:r>
              <a:rPr lang="en-GB">
                <a:latin typeface="Aptos" panose="020B0004020202020204" pitchFamily="34" charset="0"/>
                <a:ea typeface="Calibri"/>
                <a:cs typeface="Calibri"/>
              </a:rPr>
              <a:t> (Accessed: 1 October 2026).</a:t>
            </a: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Building user interfaces with Flutter. </a:t>
            </a:r>
          </a:p>
          <a:p>
            <a:r>
              <a:rPr lang="en-GB">
                <a:solidFill>
                  <a:srgbClr val="415F91"/>
                </a:solidFill>
                <a:latin typeface="Aptos" panose="020B0004020202020204" pitchFamily="34" charset="0"/>
                <a:ea typeface="Calibri"/>
                <a:cs typeface="Calibri"/>
              </a:rPr>
              <a:t>    </a:t>
            </a:r>
            <a:r>
              <a:rPr lang="en-GB">
                <a:latin typeface="Aptos" panose="020B0004020202020204" pitchFamily="34" charset="0"/>
                <a:ea typeface="Calibri"/>
                <a:cs typeface="Calibri"/>
              </a:rPr>
              <a:t>Available at: </a:t>
            </a:r>
            <a:r>
              <a:rPr lang="en-GB">
                <a:latin typeface="Aptos" panose="020B0004020202020204" pitchFamily="34" charset="0"/>
                <a:ea typeface="Calibri"/>
                <a:cs typeface="Calibri"/>
                <a:hlinkClick r:id="rId6">
                  <a:extLst>
                    <a:ext uri="{A12FA001-AC4F-418D-AE19-62706E023703}">
                      <ahyp:hlinkClr xmlns:ahyp="http://schemas.microsoft.com/office/drawing/2018/hyperlinkcolor" val="tx"/>
                    </a:ext>
                  </a:extLst>
                </a:hlinkClick>
              </a:rPr>
              <a:t>https://docs.flutter.dev/ui</a:t>
            </a:r>
            <a:r>
              <a:rPr lang="en-GB">
                <a:latin typeface="Aptos" panose="020B0004020202020204" pitchFamily="34" charset="0"/>
                <a:ea typeface="Calibri"/>
                <a:cs typeface="Calibri"/>
              </a:rPr>
              <a:t> (Accessed: 1 October 2026).</a:t>
            </a: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Common architecture concepts. </a:t>
            </a:r>
          </a:p>
          <a:p>
            <a:r>
              <a:rPr lang="en-GB">
                <a:solidFill>
                  <a:srgbClr val="415F91"/>
                </a:solidFill>
                <a:latin typeface="Aptos" panose="020B0004020202020204" pitchFamily="34" charset="0"/>
                <a:ea typeface="Calibri"/>
                <a:cs typeface="Calibri"/>
              </a:rPr>
              <a:t>    </a:t>
            </a:r>
            <a:r>
              <a:rPr lang="en-GB">
                <a:latin typeface="Aptos" panose="020B0004020202020204" pitchFamily="34" charset="0"/>
                <a:ea typeface="Calibri"/>
                <a:cs typeface="Calibri"/>
              </a:rPr>
              <a:t>Available at: </a:t>
            </a:r>
            <a:r>
              <a:rPr lang="en-GB">
                <a:latin typeface="Aptos" panose="020B0004020202020204" pitchFamily="34" charset="0"/>
                <a:ea typeface="Calibri"/>
                <a:cs typeface="Calibri"/>
                <a:hlinkClick r:id="rId7">
                  <a:extLst>
                    <a:ext uri="{A12FA001-AC4F-418D-AE19-62706E023703}">
                      <ahyp:hlinkClr xmlns:ahyp="http://schemas.microsoft.com/office/drawing/2018/hyperlinkcolor" val="tx"/>
                    </a:ext>
                  </a:extLst>
                </a:hlinkClick>
              </a:rPr>
              <a:t>https://docs.flutter.dev/app-architecture/concepts</a:t>
            </a:r>
            <a:r>
              <a:rPr lang="en-GB">
                <a:latin typeface="Aptos" panose="020B0004020202020204" pitchFamily="34" charset="0"/>
                <a:ea typeface="Calibri"/>
                <a:cs typeface="Calibri"/>
              </a:rPr>
              <a:t> (Accessed: 2 October 2026).</a:t>
            </a: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Flutter architectural overview. </a:t>
            </a:r>
          </a:p>
          <a:p>
            <a:r>
              <a:rPr lang="en-GB">
                <a:latin typeface="Aptos" panose="020B0004020202020204" pitchFamily="34" charset="0"/>
                <a:ea typeface="Calibri"/>
                <a:cs typeface="Calibri"/>
              </a:rPr>
              <a:t>   Available at: </a:t>
            </a:r>
            <a:r>
              <a:rPr lang="en-GB">
                <a:latin typeface="Aptos" panose="020B0004020202020204" pitchFamily="34" charset="0"/>
                <a:ea typeface="Calibri"/>
                <a:cs typeface="Calibri"/>
                <a:hlinkClick r:id="rId8">
                  <a:extLst>
                    <a:ext uri="{A12FA001-AC4F-418D-AE19-62706E023703}">
                      <ahyp:hlinkClr xmlns:ahyp="http://schemas.microsoft.com/office/drawing/2018/hyperlinkcolor" val="tx"/>
                    </a:ext>
                  </a:extLst>
                </a:hlinkClick>
              </a:rPr>
              <a:t>https://docs.flutter.dev/resources/architectural-overview</a:t>
            </a:r>
            <a:r>
              <a:rPr lang="en-GB">
                <a:latin typeface="Aptos" panose="020B0004020202020204" pitchFamily="34" charset="0"/>
                <a:ea typeface="Calibri"/>
                <a:cs typeface="Calibri"/>
              </a:rPr>
              <a:t> (Accessed: 30 September 2026).</a:t>
            </a: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Flutter documentation. </a:t>
            </a:r>
          </a:p>
          <a:p>
            <a:r>
              <a:rPr lang="en-GB">
                <a:solidFill>
                  <a:srgbClr val="415F91"/>
                </a:solidFill>
                <a:latin typeface="Aptos" panose="020B0004020202020204" pitchFamily="34" charset="0"/>
                <a:ea typeface="Calibri"/>
                <a:cs typeface="Calibri"/>
              </a:rPr>
              <a:t>    </a:t>
            </a:r>
            <a:r>
              <a:rPr lang="en-GB">
                <a:latin typeface="Aptos" panose="020B0004020202020204" pitchFamily="34" charset="0"/>
                <a:ea typeface="Calibri"/>
                <a:cs typeface="Calibri"/>
              </a:rPr>
              <a:t>Available at: </a:t>
            </a:r>
            <a:r>
              <a:rPr lang="en-GB">
                <a:latin typeface="Aptos" panose="020B0004020202020204" pitchFamily="34" charset="0"/>
                <a:ea typeface="Calibri"/>
                <a:cs typeface="Calibri"/>
                <a:hlinkClick r:id="rId9">
                  <a:extLst>
                    <a:ext uri="{A12FA001-AC4F-418D-AE19-62706E023703}">
                      <ahyp:hlinkClr xmlns:ahyp="http://schemas.microsoft.com/office/drawing/2018/hyperlinkcolor" val="tx"/>
                    </a:ext>
                  </a:extLst>
                </a:hlinkClick>
              </a:rPr>
              <a:t>https://docs.flutter.dev/</a:t>
            </a:r>
            <a:r>
              <a:rPr lang="en-GB">
                <a:latin typeface="Aptos" panose="020B0004020202020204" pitchFamily="34" charset="0"/>
                <a:ea typeface="Calibri"/>
                <a:cs typeface="Calibri"/>
              </a:rPr>
              <a:t> (Accessed: 30 September 2026).</a:t>
            </a: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Flutter widget index. </a:t>
            </a:r>
          </a:p>
          <a:p>
            <a:r>
              <a:rPr lang="en-GB">
                <a:solidFill>
                  <a:srgbClr val="415F91"/>
                </a:solidFill>
                <a:latin typeface="Aptos" panose="020B0004020202020204" pitchFamily="34" charset="0"/>
                <a:ea typeface="Calibri"/>
                <a:cs typeface="Calibri"/>
              </a:rPr>
              <a:t>    </a:t>
            </a:r>
            <a:r>
              <a:rPr lang="en-GB">
                <a:latin typeface="Aptos" panose="020B0004020202020204" pitchFamily="34" charset="0"/>
                <a:ea typeface="Calibri"/>
                <a:cs typeface="Calibri"/>
              </a:rPr>
              <a:t>Available at: </a:t>
            </a:r>
            <a:r>
              <a:rPr lang="en-GB">
                <a:latin typeface="Aptos" panose="020B0004020202020204" pitchFamily="34" charset="0"/>
                <a:ea typeface="Calibri"/>
                <a:cs typeface="Calibri"/>
                <a:hlinkClick r:id="rId10">
                  <a:extLst>
                    <a:ext uri="{A12FA001-AC4F-418D-AE19-62706E023703}">
                      <ahyp:hlinkClr xmlns:ahyp="http://schemas.microsoft.com/office/drawing/2018/hyperlinkcolor" val="tx"/>
                    </a:ext>
                  </a:extLst>
                </a:hlinkClick>
              </a:rPr>
              <a:t>https://docs.flutter.dev/reference/widgets</a:t>
            </a:r>
            <a:r>
              <a:rPr lang="en-GB">
                <a:latin typeface="Aptos" panose="020B0004020202020204" pitchFamily="34" charset="0"/>
                <a:ea typeface="Calibri"/>
                <a:cs typeface="Calibri"/>
              </a:rPr>
              <a:t> (Accessed: 2 October 2026).</a:t>
            </a:r>
          </a:p>
          <a:p>
            <a:r>
              <a:rPr lang="en-GB">
                <a:solidFill>
                  <a:srgbClr val="283141"/>
                </a:solidFill>
                <a:latin typeface="Aptos" panose="020B0004020202020204" pitchFamily="34" charset="0"/>
                <a:ea typeface="Calibri"/>
                <a:cs typeface="Calibri"/>
              </a:rPr>
              <a:t>Flutter (2026) </a:t>
            </a:r>
            <a:r>
              <a:rPr lang="en-GB">
                <a:solidFill>
                  <a:srgbClr val="415F91"/>
                </a:solidFill>
                <a:latin typeface="Aptos" panose="020B0004020202020204" pitchFamily="34" charset="0"/>
                <a:ea typeface="Calibri"/>
                <a:cs typeface="Calibri"/>
              </a:rPr>
              <a:t>How Flutter works. </a:t>
            </a:r>
          </a:p>
          <a:p>
            <a:r>
              <a:rPr lang="en-GB">
                <a:latin typeface="Aptos" panose="020B0004020202020204" pitchFamily="34" charset="0"/>
                <a:ea typeface="Calibri"/>
                <a:cs typeface="Calibri"/>
              </a:rPr>
              <a:t>    Available at: </a:t>
            </a:r>
            <a:r>
              <a:rPr lang="en-GB">
                <a:latin typeface="Aptos" panose="020B0004020202020204" pitchFamily="34" charset="0"/>
                <a:ea typeface="Calibri"/>
                <a:cs typeface="Calibri"/>
                <a:hlinkClick r:id="rId11">
                  <a:extLst>
                    <a:ext uri="{A12FA001-AC4F-418D-AE19-62706E023703}">
                      <ahyp:hlinkClr xmlns:ahyp="http://schemas.microsoft.com/office/drawing/2018/hyperlinkcolor" val="tx"/>
                    </a:ext>
                  </a:extLst>
                </a:hlinkClick>
              </a:rPr>
              <a:t>https://docs.flutter.dev/learn/pathway/how-flutter-works</a:t>
            </a:r>
            <a:r>
              <a:rPr lang="en-GB">
                <a:latin typeface="Aptos" panose="020B0004020202020204" pitchFamily="34" charset="0"/>
                <a:ea typeface="Calibri"/>
                <a:cs typeface="Calibri"/>
              </a:rPr>
              <a:t> (Accessed: 3 October 2026). </a:t>
            </a:r>
          </a:p>
        </p:txBody>
      </p:sp>
      <p:pic>
        <p:nvPicPr>
          <p:cNvPr id="7" name="Picture 6">
            <a:extLst>
              <a:ext uri="{FF2B5EF4-FFF2-40B4-BE49-F238E27FC236}">
                <a16:creationId xmlns:a16="http://schemas.microsoft.com/office/drawing/2014/main" id="{099ED5D0-24E9-A65D-4D34-0F6EFDF78A0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5131442" y="715756"/>
            <a:ext cx="5151009" cy="5151009"/>
          </a:xfrm>
          <a:prstGeom prst="rect">
            <a:avLst/>
          </a:prstGeom>
        </p:spPr>
      </p:pic>
      <p:sp>
        <p:nvSpPr>
          <p:cNvPr id="10" name="Rectangle 9">
            <a:extLst>
              <a:ext uri="{FF2B5EF4-FFF2-40B4-BE49-F238E27FC236}">
                <a16:creationId xmlns:a16="http://schemas.microsoft.com/office/drawing/2014/main" id="{EBA89F60-8D3B-49C1-354F-B7613EDE075E}"/>
              </a:ext>
            </a:extLst>
          </p:cNvPr>
          <p:cNvSpPr/>
          <p:nvPr/>
        </p:nvSpPr>
        <p:spPr>
          <a:xfrm>
            <a:off x="-2999232" y="-4271"/>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A950BC3-B387-5F2E-773C-66EDE06FDC25}"/>
              </a:ext>
            </a:extLst>
          </p:cNvPr>
          <p:cNvSpPr txBox="1"/>
          <p:nvPr/>
        </p:nvSpPr>
        <p:spPr>
          <a:xfrm>
            <a:off x="1" y="674120"/>
            <a:ext cx="12191998" cy="380444"/>
          </a:xfrm>
          <a:prstGeom prst="rect">
            <a:avLst/>
          </a:prstGeom>
          <a:noFill/>
        </p:spPr>
        <p:txBody>
          <a:bodyPr wrap="square" rtlCol="0">
            <a:spAutoFit/>
          </a:bodyPr>
          <a:lstStyle/>
          <a:p>
            <a:pPr algn="ctr"/>
            <a:r>
              <a:rPr lang="en-US"/>
              <a:t>Continue with your learning!</a:t>
            </a:r>
          </a:p>
        </p:txBody>
      </p:sp>
    </p:spTree>
    <p:extLst>
      <p:ext uri="{BB962C8B-B14F-4D97-AF65-F5344CB8AC3E}">
        <p14:creationId xmlns:p14="http://schemas.microsoft.com/office/powerpoint/2010/main" val="129882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9FF"/>
        </a:solidFill>
        <a:effectLst/>
      </p:bgPr>
    </p:bg>
    <p:spTree>
      <p:nvGrpSpPr>
        <p:cNvPr id="1" name="">
          <a:extLst>
            <a:ext uri="{FF2B5EF4-FFF2-40B4-BE49-F238E27FC236}">
              <a16:creationId xmlns:a16="http://schemas.microsoft.com/office/drawing/2014/main" id="{23DA94BA-BDDA-DD05-1B5C-6FB672FA07CB}"/>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B44574D-CA54-5432-C04E-3C19EDDDDBF1}"/>
              </a:ext>
            </a:extLst>
          </p:cNvPr>
          <p:cNvGrpSpPr/>
          <p:nvPr/>
        </p:nvGrpSpPr>
        <p:grpSpPr>
          <a:xfrm>
            <a:off x="-2390401" y="0"/>
            <a:ext cx="6835889" cy="6858000"/>
            <a:chOff x="-2390401" y="0"/>
            <a:chExt cx="6835889" cy="6858000"/>
          </a:xfrm>
        </p:grpSpPr>
        <p:pic>
          <p:nvPicPr>
            <p:cNvPr id="3" name="Picture 2" descr="Flutter Logo | SVG | Real Company | Alphabet, Letter F Logo">
              <a:extLst>
                <a:ext uri="{FF2B5EF4-FFF2-40B4-BE49-F238E27FC236}">
                  <a16:creationId xmlns:a16="http://schemas.microsoft.com/office/drawing/2014/main" id="{1020144F-09FC-3F34-AB62-0829B37AE956}"/>
                </a:ext>
              </a:extLst>
            </p:cNvPr>
            <p:cNvPicPr>
              <a:picLocks noChangeAspect="1"/>
            </p:cNvPicPr>
            <p:nvPr/>
          </p:nvPicPr>
          <p:blipFill>
            <a:blip r:embed="rId3"/>
            <a:srcRect l="17220" t="21619" r="18346" b="21579"/>
            <a:stretch>
              <a:fillRect/>
            </a:stretch>
          </p:blipFill>
          <p:spPr>
            <a:xfrm>
              <a:off x="-2390401" y="301122"/>
              <a:ext cx="6835889" cy="6026085"/>
            </a:xfrm>
            <a:prstGeom prst="rect">
              <a:avLst/>
            </a:prstGeom>
          </p:spPr>
        </p:pic>
        <p:sp>
          <p:nvSpPr>
            <p:cNvPr id="5" name="Rectangle 4">
              <a:extLst>
                <a:ext uri="{FF2B5EF4-FFF2-40B4-BE49-F238E27FC236}">
                  <a16:creationId xmlns:a16="http://schemas.microsoft.com/office/drawing/2014/main" id="{65F40352-E1D5-BC5C-E7AE-89A39FC0904E}"/>
                </a:ext>
              </a:extLst>
            </p:cNvPr>
            <p:cNvSpPr/>
            <p:nvPr/>
          </p:nvSpPr>
          <p:spPr>
            <a:xfrm>
              <a:off x="0" y="0"/>
              <a:ext cx="3003504" cy="6858000"/>
            </a:xfrm>
            <a:prstGeom prst="rect">
              <a:avLst/>
            </a:prstGeom>
            <a:gradFill flip="none" rotWithShape="1">
              <a:gsLst>
                <a:gs pos="0">
                  <a:schemeClr val="accent1">
                    <a:tint val="66000"/>
                    <a:satMod val="160000"/>
                    <a:alpha val="0"/>
                  </a:schemeClr>
                </a:gs>
                <a:gs pos="99000">
                  <a:srgbClr val="F9F9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CEEA6F43-AD7C-D5F8-407A-4A6983D05256}"/>
              </a:ext>
            </a:extLst>
          </p:cNvPr>
          <p:cNvSpPr txBox="1"/>
          <p:nvPr/>
        </p:nvSpPr>
        <p:spPr>
          <a:xfrm>
            <a:off x="10418820" y="0"/>
            <a:ext cx="17731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800">
                <a:solidFill>
                  <a:srgbClr val="191C20"/>
                </a:solidFill>
                <a:latin typeface="Aptos Light" panose="020B0004020202020204" pitchFamily="34" charset="0"/>
                <a:ea typeface="Calibri"/>
                <a:cs typeface="Calibri Light" panose="020F0302020204030204" pitchFamily="34" charset="0"/>
              </a:rPr>
              <a:t>COMP10020 – Internet Technologies</a:t>
            </a:r>
          </a:p>
          <a:p>
            <a:pPr algn="r"/>
            <a:r>
              <a:rPr lang="en-GB" sz="800">
                <a:solidFill>
                  <a:srgbClr val="191C20"/>
                </a:solidFill>
                <a:latin typeface="Aptos Light" panose="020B0004020202020204" pitchFamily="34" charset="0"/>
                <a:ea typeface="Calibri"/>
                <a:cs typeface="Calibri Light" panose="020F0302020204030204" pitchFamily="34" charset="0"/>
              </a:rPr>
              <a:t>Group D</a:t>
            </a:r>
          </a:p>
        </p:txBody>
      </p:sp>
      <p:sp>
        <p:nvSpPr>
          <p:cNvPr id="9" name="TextBox 8">
            <a:extLst>
              <a:ext uri="{FF2B5EF4-FFF2-40B4-BE49-F238E27FC236}">
                <a16:creationId xmlns:a16="http://schemas.microsoft.com/office/drawing/2014/main" id="{F1C790DE-DE9C-E2B4-5F90-8AD84DE9F94C}"/>
              </a:ext>
            </a:extLst>
          </p:cNvPr>
          <p:cNvSpPr txBox="1"/>
          <p:nvPr/>
        </p:nvSpPr>
        <p:spPr>
          <a:xfrm>
            <a:off x="755755" y="2105561"/>
            <a:ext cx="10680488" cy="2646878"/>
          </a:xfrm>
          <a:prstGeom prst="rect">
            <a:avLst/>
          </a:prstGeom>
          <a:noFill/>
        </p:spPr>
        <p:txBody>
          <a:bodyPr wrap="none" rtlCol="0">
            <a:spAutoFit/>
          </a:bodyPr>
          <a:lstStyle/>
          <a:p>
            <a:r>
              <a:rPr lang="en-US" sz="16600">
                <a:solidFill>
                  <a:srgbClr val="415F91"/>
                </a:solidFill>
              </a:rPr>
              <a:t>Questions?</a:t>
            </a:r>
          </a:p>
        </p:txBody>
      </p:sp>
      <p:sp>
        <p:nvSpPr>
          <p:cNvPr id="10" name="TextBox 9">
            <a:extLst>
              <a:ext uri="{FF2B5EF4-FFF2-40B4-BE49-F238E27FC236}">
                <a16:creationId xmlns:a16="http://schemas.microsoft.com/office/drawing/2014/main" id="{03F83422-AAED-43F1-1EA8-081FFBD1AA9D}"/>
              </a:ext>
            </a:extLst>
          </p:cNvPr>
          <p:cNvSpPr txBox="1"/>
          <p:nvPr/>
        </p:nvSpPr>
        <p:spPr>
          <a:xfrm>
            <a:off x="0" y="6556878"/>
            <a:ext cx="12191999" cy="369332"/>
          </a:xfrm>
          <a:prstGeom prst="rect">
            <a:avLst/>
          </a:prstGeom>
          <a:noFill/>
        </p:spPr>
        <p:txBody>
          <a:bodyPr wrap="square" rtlCol="0">
            <a:spAutoFit/>
          </a:bodyPr>
          <a:lstStyle/>
          <a:p>
            <a:pPr algn="ctr"/>
            <a:r>
              <a:rPr lang="en-US">
                <a:solidFill>
                  <a:srgbClr val="191C20"/>
                </a:solidFill>
                <a:latin typeface="Aptos Light" panose="020B0004020202020204" pitchFamily="34" charset="0"/>
              </a:rPr>
              <a:t>Aaron Hamilton </a:t>
            </a:r>
            <a:r>
              <a:rPr lang="en-US" sz="1200">
                <a:solidFill>
                  <a:srgbClr val="191C20"/>
                </a:solidFill>
                <a:latin typeface="Aptos Light" panose="020B0004020202020204" pitchFamily="34" charset="0"/>
              </a:rPr>
              <a:t>(B00869530) </a:t>
            </a:r>
            <a:r>
              <a:rPr lang="en-US">
                <a:solidFill>
                  <a:srgbClr val="191C20"/>
                </a:solidFill>
                <a:latin typeface="Aptos Light" panose="020B0004020202020204" pitchFamily="34" charset="0"/>
              </a:rPr>
              <a:t>Asim Mian </a:t>
            </a:r>
            <a:r>
              <a:rPr lang="en-US" sz="1200">
                <a:solidFill>
                  <a:srgbClr val="191C20"/>
                </a:solidFill>
                <a:latin typeface="Aptos Light" panose="020B0004020202020204" pitchFamily="34" charset="0"/>
              </a:rPr>
              <a:t>(B01813743) </a:t>
            </a:r>
            <a:r>
              <a:rPr lang="en-US">
                <a:solidFill>
                  <a:srgbClr val="191C20"/>
                </a:solidFill>
                <a:latin typeface="Aptos Light" panose="020B0004020202020204" pitchFamily="34" charset="0"/>
              </a:rPr>
              <a:t>Iram Rafique </a:t>
            </a:r>
            <a:r>
              <a:rPr lang="en-US" sz="1200">
                <a:solidFill>
                  <a:srgbClr val="191C20"/>
                </a:solidFill>
                <a:latin typeface="Aptos Light" panose="020B0004020202020204" pitchFamily="34" charset="0"/>
              </a:rPr>
              <a:t>(</a:t>
            </a:r>
            <a:r>
              <a:rPr lang="en-GB" sz="1200">
                <a:solidFill>
                  <a:srgbClr val="191C20"/>
                </a:solidFill>
                <a:latin typeface="Aptos Light" panose="020B0004020202020204" pitchFamily="34" charset="0"/>
              </a:rPr>
              <a:t>B00858434</a:t>
            </a:r>
            <a:r>
              <a:rPr lang="en-US" sz="1200">
                <a:solidFill>
                  <a:srgbClr val="191C20"/>
                </a:solidFill>
                <a:latin typeface="Aptos Light" panose="020B0004020202020204" pitchFamily="34" charset="0"/>
              </a:rPr>
              <a:t>) </a:t>
            </a:r>
            <a:r>
              <a:rPr lang="en-US">
                <a:solidFill>
                  <a:srgbClr val="191C20"/>
                </a:solidFill>
                <a:latin typeface="Aptos Light" panose="020B0004020202020204" pitchFamily="34" charset="0"/>
              </a:rPr>
              <a:t>Paul Bennett </a:t>
            </a:r>
            <a:r>
              <a:rPr lang="en-US" sz="1200">
                <a:solidFill>
                  <a:srgbClr val="191C20"/>
                </a:solidFill>
                <a:latin typeface="Aptos Light" panose="020B0004020202020204" pitchFamily="34" charset="0"/>
              </a:rPr>
              <a:t>(</a:t>
            </a:r>
            <a:r>
              <a:rPr lang="en-GB" sz="1200">
                <a:solidFill>
                  <a:srgbClr val="191C20"/>
                </a:solidFill>
                <a:latin typeface="Aptos Light" panose="020B0004020202020204" pitchFamily="34" charset="0"/>
              </a:rPr>
              <a:t>B01817143)</a:t>
            </a:r>
            <a:r>
              <a:rPr lang="en-US" sz="1200">
                <a:solidFill>
                  <a:srgbClr val="191C20"/>
                </a:solidFill>
                <a:latin typeface="Aptos Light" panose="020B0004020202020204" pitchFamily="34" charset="0"/>
              </a:rPr>
              <a:t> </a:t>
            </a:r>
            <a:endParaRPr lang="en-GB">
              <a:solidFill>
                <a:srgbClr val="191C20"/>
              </a:solidFill>
              <a:latin typeface="Aptos Light" panose="020B0004020202020204" pitchFamily="34" charset="0"/>
            </a:endParaRPr>
          </a:p>
        </p:txBody>
      </p:sp>
    </p:spTree>
    <p:extLst>
      <p:ext uri="{BB962C8B-B14F-4D97-AF65-F5344CB8AC3E}">
        <p14:creationId xmlns:p14="http://schemas.microsoft.com/office/powerpoint/2010/main" val="23193272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2026-09-29T14:57:32Z</dcterms:created>
  <dcterms:modified xsi:type="dcterms:W3CDTF">2026-10-13T15:19:12Z</dcterms:modified>
</cp:coreProperties>
</file>